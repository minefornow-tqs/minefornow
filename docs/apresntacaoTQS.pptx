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307" r:id="rId3"/>
    <p:sldId id="308" r:id="rId4"/>
    <p:sldId id="259" r:id="rId5"/>
    <p:sldId id="296" r:id="rId6"/>
    <p:sldId id="298" r:id="rId7"/>
    <p:sldId id="310" r:id="rId8"/>
    <p:sldId id="311" r:id="rId9"/>
    <p:sldId id="312" r:id="rId10"/>
    <p:sldId id="313" r:id="rId11"/>
    <p:sldId id="314" r:id="rId12"/>
    <p:sldId id="275" r:id="rId13"/>
  </p:sldIdLst>
  <p:sldSz cx="9144000" cy="5143500" type="screen16x9"/>
  <p:notesSz cx="6858000" cy="9144000"/>
  <p:embeddedFontLst>
    <p:embeddedFont>
      <p:font typeface="Bookman Old Style" panose="02050604050505020204" pitchFamily="18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20DCE-AA7E-B986-4CE9-A71B8228D11D}" v="408" dt="2025-12-19T05:03:10.997"/>
    <p1510:client id="{BA44BBE6-70F9-EF7A-6676-65BC0EC69EA6}" v="189" dt="2025-12-19T06:01:42.807"/>
    <p1510:client id="{C0EAD9B4-D5A0-B938-81BE-CF23C2B40382}" v="385" dt="2025-12-19T04:34:13.295"/>
    <p1510:client id="{CBCEA7B1-3D1E-18F8-D063-6AEE384D3C63}" v="187" dt="2025-12-19T05:27:43.801"/>
    <p1510:client id="{F577248E-2358-BE68-CD39-F90A98EE1059}" v="52" dt="2025-12-19T06:09:16.967"/>
  </p1510:revLst>
</p1510:revInfo>
</file>

<file path=ppt/tableStyles.xml><?xml version="1.0" encoding="utf-8"?>
<a:tblStyleLst xmlns:a="http://schemas.openxmlformats.org/drawingml/2006/main" def="{0DBC8916-DEAC-4926-9614-BB4B6C83B700}">
  <a:tblStyle styleId="{0DBC8916-DEAC-4926-9614-BB4B6C83B7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A8F1006-B08D-4D15-B3F8-F30ECA3D2B6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1388be8e98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1388be8e98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>
          <a:extLst>
            <a:ext uri="{FF2B5EF4-FFF2-40B4-BE49-F238E27FC236}">
              <a16:creationId xmlns:a16="http://schemas.microsoft.com/office/drawing/2014/main" id="{95EDEE36-98A0-7B29-F73A-C3D2E4532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fdc8be9f5f_2_117:notes">
            <a:extLst>
              <a:ext uri="{FF2B5EF4-FFF2-40B4-BE49-F238E27FC236}">
                <a16:creationId xmlns:a16="http://schemas.microsoft.com/office/drawing/2014/main" id="{CCF93F7F-A093-2295-B5F3-1A53E627D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fdc8be9f5f_2_117:notes">
            <a:extLst>
              <a:ext uri="{FF2B5EF4-FFF2-40B4-BE49-F238E27FC236}">
                <a16:creationId xmlns:a16="http://schemas.microsoft.com/office/drawing/2014/main" id="{EA55A6BB-93B8-54A9-8BF3-DE398819B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2702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>
          <a:extLst>
            <a:ext uri="{FF2B5EF4-FFF2-40B4-BE49-F238E27FC236}">
              <a16:creationId xmlns:a16="http://schemas.microsoft.com/office/drawing/2014/main" id="{C53B1309-F7D9-B58F-3423-640006152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fdc8be9f5f_2_117:notes">
            <a:extLst>
              <a:ext uri="{FF2B5EF4-FFF2-40B4-BE49-F238E27FC236}">
                <a16:creationId xmlns:a16="http://schemas.microsoft.com/office/drawing/2014/main" id="{1EBECA6C-02E6-2B7E-4EC9-0FD9B39FC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fdc8be9f5f_2_117:notes">
            <a:extLst>
              <a:ext uri="{FF2B5EF4-FFF2-40B4-BE49-F238E27FC236}">
                <a16:creationId xmlns:a16="http://schemas.microsoft.com/office/drawing/2014/main" id="{2EE2F884-CEFF-285F-2F7D-56C099BEC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239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>
          <a:extLst>
            <a:ext uri="{FF2B5EF4-FFF2-40B4-BE49-F238E27FC236}">
              <a16:creationId xmlns:a16="http://schemas.microsoft.com/office/drawing/2014/main" id="{DE048D72-9007-7AAB-E1BF-FCCCF37EA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fdc8be9f5f_2_117:notes">
            <a:extLst>
              <a:ext uri="{FF2B5EF4-FFF2-40B4-BE49-F238E27FC236}">
                <a16:creationId xmlns:a16="http://schemas.microsoft.com/office/drawing/2014/main" id="{C0A8B27E-8BBC-F475-9045-9075D5A0A7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fdc8be9f5f_2_117:notes">
            <a:extLst>
              <a:ext uri="{FF2B5EF4-FFF2-40B4-BE49-F238E27FC236}">
                <a16:creationId xmlns:a16="http://schemas.microsoft.com/office/drawing/2014/main" id="{D313E4C0-C8C6-5767-BD6E-C3C521FC4E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0529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>
          <a:extLst>
            <a:ext uri="{FF2B5EF4-FFF2-40B4-BE49-F238E27FC236}">
              <a16:creationId xmlns:a16="http://schemas.microsoft.com/office/drawing/2014/main" id="{3FC7DFF6-D743-661D-A92A-146BDF5ED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fdc8be9f5f_2_117:notes">
            <a:extLst>
              <a:ext uri="{FF2B5EF4-FFF2-40B4-BE49-F238E27FC236}">
                <a16:creationId xmlns:a16="http://schemas.microsoft.com/office/drawing/2014/main" id="{DC0AC37F-E5B5-AF19-4CA1-A7CADC05D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fdc8be9f5f_2_117:notes">
            <a:extLst>
              <a:ext uri="{FF2B5EF4-FFF2-40B4-BE49-F238E27FC236}">
                <a16:creationId xmlns:a16="http://schemas.microsoft.com/office/drawing/2014/main" id="{E1487E06-CEB1-FCFD-E65A-06919DD20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1820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>
          <a:extLst>
            <a:ext uri="{FF2B5EF4-FFF2-40B4-BE49-F238E27FC236}">
              <a16:creationId xmlns:a16="http://schemas.microsoft.com/office/drawing/2014/main" id="{1650923C-1808-C47F-E15B-5D9E1DDD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fdc8be9f5f_2_117:notes">
            <a:extLst>
              <a:ext uri="{FF2B5EF4-FFF2-40B4-BE49-F238E27FC236}">
                <a16:creationId xmlns:a16="http://schemas.microsoft.com/office/drawing/2014/main" id="{5401F1BA-27FD-5A6D-322C-4AEAFE1601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fdc8be9f5f_2_117:notes">
            <a:extLst>
              <a:ext uri="{FF2B5EF4-FFF2-40B4-BE49-F238E27FC236}">
                <a16:creationId xmlns:a16="http://schemas.microsoft.com/office/drawing/2014/main" id="{064635B6-E68F-458F-ADD7-32B2BF2E9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931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>
          <a:extLst>
            <a:ext uri="{FF2B5EF4-FFF2-40B4-BE49-F238E27FC236}">
              <a16:creationId xmlns:a16="http://schemas.microsoft.com/office/drawing/2014/main" id="{D0047949-66BE-E971-B9F3-3E9069D26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fdc8be9f5f_2_117:notes">
            <a:extLst>
              <a:ext uri="{FF2B5EF4-FFF2-40B4-BE49-F238E27FC236}">
                <a16:creationId xmlns:a16="http://schemas.microsoft.com/office/drawing/2014/main" id="{91FF7737-759D-D960-5BB8-2AA19200F3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fdc8be9f5f_2_117:notes">
            <a:extLst>
              <a:ext uri="{FF2B5EF4-FFF2-40B4-BE49-F238E27FC236}">
                <a16:creationId xmlns:a16="http://schemas.microsoft.com/office/drawing/2014/main" id="{1C7F7D57-3D39-6ECD-94E2-E8E64ECDC2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1630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>
          <a:extLst>
            <a:ext uri="{FF2B5EF4-FFF2-40B4-BE49-F238E27FC236}">
              <a16:creationId xmlns:a16="http://schemas.microsoft.com/office/drawing/2014/main" id="{5F3E8780-A03C-273A-CD5C-249108C5C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fdc8be9f5f_2_117:notes">
            <a:extLst>
              <a:ext uri="{FF2B5EF4-FFF2-40B4-BE49-F238E27FC236}">
                <a16:creationId xmlns:a16="http://schemas.microsoft.com/office/drawing/2014/main" id="{EFDA2BA1-3A05-D0C1-A29D-E4095DDB4A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fdc8be9f5f_2_117:notes">
            <a:extLst>
              <a:ext uri="{FF2B5EF4-FFF2-40B4-BE49-F238E27FC236}">
                <a16:creationId xmlns:a16="http://schemas.microsoft.com/office/drawing/2014/main" id="{66198845-DE0E-42A7-B463-A5C4675B2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466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e207fd22f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e207fd22f2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862219" y="1989581"/>
            <a:ext cx="1822701" cy="307804"/>
          </a:xfrm>
          <a:custGeom>
            <a:avLst/>
            <a:gdLst/>
            <a:ahLst/>
            <a:cxnLst/>
            <a:rect l="l" t="t" r="r" b="b"/>
            <a:pathLst>
              <a:path w="21637" h="3654" extrusionOk="0">
                <a:moveTo>
                  <a:pt x="10155" y="1"/>
                </a:moveTo>
                <a:cubicBezTo>
                  <a:pt x="10110" y="1"/>
                  <a:pt x="10065" y="2"/>
                  <a:pt x="10020" y="3"/>
                </a:cubicBezTo>
                <a:cubicBezTo>
                  <a:pt x="8233" y="69"/>
                  <a:pt x="6499" y="1062"/>
                  <a:pt x="5573" y="1697"/>
                </a:cubicBezTo>
                <a:cubicBezTo>
                  <a:pt x="5123" y="2015"/>
                  <a:pt x="4580" y="2174"/>
                  <a:pt x="4024" y="2187"/>
                </a:cubicBezTo>
                <a:cubicBezTo>
                  <a:pt x="3667" y="2187"/>
                  <a:pt x="3230" y="2213"/>
                  <a:pt x="2648" y="2240"/>
                </a:cubicBezTo>
                <a:cubicBezTo>
                  <a:pt x="1086" y="2346"/>
                  <a:pt x="1" y="3577"/>
                  <a:pt x="1" y="3577"/>
                </a:cubicBezTo>
                <a:cubicBezTo>
                  <a:pt x="1" y="3577"/>
                  <a:pt x="9648" y="3653"/>
                  <a:pt x="16048" y="3653"/>
                </a:cubicBezTo>
                <a:cubicBezTo>
                  <a:pt x="19248" y="3653"/>
                  <a:pt x="21636" y="3634"/>
                  <a:pt x="21601" y="3577"/>
                </a:cubicBezTo>
                <a:cubicBezTo>
                  <a:pt x="21045" y="2716"/>
                  <a:pt x="20145" y="2041"/>
                  <a:pt x="18808" y="2041"/>
                </a:cubicBezTo>
                <a:cubicBezTo>
                  <a:pt x="17557" y="2041"/>
                  <a:pt x="17315" y="2633"/>
                  <a:pt x="16258" y="2633"/>
                </a:cubicBezTo>
                <a:cubicBezTo>
                  <a:pt x="16186" y="2633"/>
                  <a:pt x="16110" y="2630"/>
                  <a:pt x="16029" y="2624"/>
                </a:cubicBezTo>
                <a:cubicBezTo>
                  <a:pt x="14780" y="2546"/>
                  <a:pt x="12714" y="1"/>
                  <a:pt x="10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362900" y="687553"/>
            <a:ext cx="1303446" cy="187765"/>
          </a:xfrm>
          <a:custGeom>
            <a:avLst/>
            <a:gdLst/>
            <a:ahLst/>
            <a:cxnLst/>
            <a:rect l="l" t="t" r="r" b="b"/>
            <a:pathLst>
              <a:path w="15473" h="2229" extrusionOk="0">
                <a:moveTo>
                  <a:pt x="6864" y="1"/>
                </a:moveTo>
                <a:cubicBezTo>
                  <a:pt x="6793" y="1"/>
                  <a:pt x="6720" y="2"/>
                  <a:pt x="6644" y="5"/>
                </a:cubicBezTo>
                <a:cubicBezTo>
                  <a:pt x="4196" y="84"/>
                  <a:pt x="3389" y="1553"/>
                  <a:pt x="2899" y="1699"/>
                </a:cubicBezTo>
                <a:cubicBezTo>
                  <a:pt x="2692" y="1762"/>
                  <a:pt x="2511" y="1782"/>
                  <a:pt x="2323" y="1782"/>
                </a:cubicBezTo>
                <a:cubicBezTo>
                  <a:pt x="2040" y="1782"/>
                  <a:pt x="1739" y="1739"/>
                  <a:pt x="1311" y="1739"/>
                </a:cubicBezTo>
                <a:cubicBezTo>
                  <a:pt x="583" y="1739"/>
                  <a:pt x="0" y="2228"/>
                  <a:pt x="0" y="2228"/>
                </a:cubicBezTo>
                <a:lnTo>
                  <a:pt x="15472" y="2228"/>
                </a:lnTo>
                <a:cubicBezTo>
                  <a:pt x="15472" y="2228"/>
                  <a:pt x="14652" y="1130"/>
                  <a:pt x="13130" y="1037"/>
                </a:cubicBezTo>
                <a:cubicBezTo>
                  <a:pt x="13053" y="1034"/>
                  <a:pt x="12980" y="1032"/>
                  <a:pt x="12910" y="1032"/>
                </a:cubicBezTo>
                <a:cubicBezTo>
                  <a:pt x="11724" y="1032"/>
                  <a:pt x="11458" y="1489"/>
                  <a:pt x="10545" y="1489"/>
                </a:cubicBezTo>
                <a:cubicBezTo>
                  <a:pt x="10452" y="1489"/>
                  <a:pt x="10352" y="1484"/>
                  <a:pt x="10244" y="1474"/>
                </a:cubicBezTo>
                <a:cubicBezTo>
                  <a:pt x="9052" y="1359"/>
                  <a:pt x="9077" y="1"/>
                  <a:pt x="686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584311" y="1216941"/>
            <a:ext cx="1443958" cy="343942"/>
          </a:xfrm>
          <a:custGeom>
            <a:avLst/>
            <a:gdLst/>
            <a:ahLst/>
            <a:cxnLst/>
            <a:rect l="l" t="t" r="r" b="b"/>
            <a:pathLst>
              <a:path w="17141" h="4083" extrusionOk="0">
                <a:moveTo>
                  <a:pt x="7584" y="1"/>
                </a:moveTo>
                <a:cubicBezTo>
                  <a:pt x="7516" y="1"/>
                  <a:pt x="7445" y="3"/>
                  <a:pt x="7373" y="6"/>
                </a:cubicBezTo>
                <a:cubicBezTo>
                  <a:pt x="4673" y="139"/>
                  <a:pt x="3773" y="2826"/>
                  <a:pt x="3217" y="3104"/>
                </a:cubicBezTo>
                <a:cubicBezTo>
                  <a:pt x="2991" y="3214"/>
                  <a:pt x="2797" y="3247"/>
                  <a:pt x="2593" y="3247"/>
                </a:cubicBezTo>
                <a:cubicBezTo>
                  <a:pt x="2283" y="3247"/>
                  <a:pt x="1952" y="3170"/>
                  <a:pt x="1456" y="3170"/>
                </a:cubicBezTo>
                <a:cubicBezTo>
                  <a:pt x="649" y="3170"/>
                  <a:pt x="0" y="4083"/>
                  <a:pt x="0" y="4083"/>
                </a:cubicBezTo>
                <a:lnTo>
                  <a:pt x="17140" y="4083"/>
                </a:lnTo>
                <a:cubicBezTo>
                  <a:pt x="17140" y="4083"/>
                  <a:pt x="16227" y="2045"/>
                  <a:pt x="14559" y="1912"/>
                </a:cubicBezTo>
                <a:cubicBezTo>
                  <a:pt x="14466" y="1905"/>
                  <a:pt x="14378" y="1901"/>
                  <a:pt x="14294" y="1901"/>
                </a:cubicBezTo>
                <a:cubicBezTo>
                  <a:pt x="13000" y="1901"/>
                  <a:pt x="12705" y="2720"/>
                  <a:pt x="11688" y="2720"/>
                </a:cubicBezTo>
                <a:cubicBezTo>
                  <a:pt x="11585" y="2720"/>
                  <a:pt x="11475" y="2712"/>
                  <a:pt x="11356" y="2693"/>
                </a:cubicBezTo>
                <a:cubicBezTo>
                  <a:pt x="10017" y="2487"/>
                  <a:pt x="10056" y="1"/>
                  <a:pt x="75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26340" y="98403"/>
            <a:ext cx="9455815" cy="5726216"/>
            <a:chOff x="-126340" y="98403"/>
            <a:chExt cx="9455815" cy="5726216"/>
          </a:xfrm>
        </p:grpSpPr>
        <p:sp>
          <p:nvSpPr>
            <p:cNvPr id="13" name="Google Shape;13;p2"/>
            <p:cNvSpPr/>
            <p:nvPr/>
          </p:nvSpPr>
          <p:spPr>
            <a:xfrm>
              <a:off x="93006" y="1602867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962750" y="222000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15;p2"/>
            <p:cNvGrpSpPr/>
            <p:nvPr/>
          </p:nvGrpSpPr>
          <p:grpSpPr>
            <a:xfrm flipH="1">
              <a:off x="8185286" y="98403"/>
              <a:ext cx="1144189" cy="2690303"/>
              <a:chOff x="859147" y="1654998"/>
              <a:chExt cx="647569" cy="1522612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889264" y="3102072"/>
                <a:ext cx="314872" cy="75537"/>
              </a:xfrm>
              <a:custGeom>
                <a:avLst/>
                <a:gdLst/>
                <a:ahLst/>
                <a:cxnLst/>
                <a:rect l="l" t="t" r="r" b="b"/>
                <a:pathLst>
                  <a:path w="5123" h="1229" extrusionOk="0">
                    <a:moveTo>
                      <a:pt x="2231" y="0"/>
                    </a:moveTo>
                    <a:cubicBezTo>
                      <a:pt x="1374" y="0"/>
                      <a:pt x="525" y="152"/>
                      <a:pt x="0" y="637"/>
                    </a:cubicBezTo>
                    <a:lnTo>
                      <a:pt x="0" y="1087"/>
                    </a:lnTo>
                    <a:cubicBezTo>
                      <a:pt x="389" y="1143"/>
                      <a:pt x="1091" y="1228"/>
                      <a:pt x="1884" y="1228"/>
                    </a:cubicBezTo>
                    <a:cubicBezTo>
                      <a:pt x="2985" y="1228"/>
                      <a:pt x="4261" y="1064"/>
                      <a:pt x="5122" y="426"/>
                    </a:cubicBezTo>
                    <a:cubicBezTo>
                      <a:pt x="5122" y="426"/>
                      <a:pt x="3665" y="0"/>
                      <a:pt x="22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88465" y="2867900"/>
                <a:ext cx="407558" cy="215610"/>
              </a:xfrm>
              <a:custGeom>
                <a:avLst/>
                <a:gdLst/>
                <a:ahLst/>
                <a:cxnLst/>
                <a:rect l="l" t="t" r="r" b="b"/>
                <a:pathLst>
                  <a:path w="6631" h="3508" extrusionOk="0">
                    <a:moveTo>
                      <a:pt x="6631" y="0"/>
                    </a:moveTo>
                    <a:lnTo>
                      <a:pt x="6631" y="0"/>
                    </a:lnTo>
                    <a:cubicBezTo>
                      <a:pt x="6631" y="0"/>
                      <a:pt x="1257" y="239"/>
                      <a:pt x="13" y="3230"/>
                    </a:cubicBezTo>
                    <a:lnTo>
                      <a:pt x="0" y="3230"/>
                    </a:lnTo>
                    <a:lnTo>
                      <a:pt x="0" y="3508"/>
                    </a:lnTo>
                    <a:cubicBezTo>
                      <a:pt x="450" y="3494"/>
                      <a:pt x="2330" y="3296"/>
                      <a:pt x="4169" y="1986"/>
                    </a:cubicBezTo>
                    <a:cubicBezTo>
                      <a:pt x="6260" y="477"/>
                      <a:pt x="6631" y="0"/>
                      <a:pt x="66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97377" y="2672633"/>
                <a:ext cx="401903" cy="289673"/>
              </a:xfrm>
              <a:custGeom>
                <a:avLst/>
                <a:gdLst/>
                <a:ahLst/>
                <a:cxnLst/>
                <a:rect l="l" t="t" r="r" b="b"/>
                <a:pathLst>
                  <a:path w="6539" h="4713" extrusionOk="0">
                    <a:moveTo>
                      <a:pt x="6539" y="1"/>
                    </a:moveTo>
                    <a:lnTo>
                      <a:pt x="6539" y="1"/>
                    </a:lnTo>
                    <a:cubicBezTo>
                      <a:pt x="6539" y="1"/>
                      <a:pt x="199" y="2621"/>
                      <a:pt x="1" y="4713"/>
                    </a:cubicBezTo>
                    <a:cubicBezTo>
                      <a:pt x="1" y="4713"/>
                      <a:pt x="1615" y="4382"/>
                      <a:pt x="3508" y="2952"/>
                    </a:cubicBezTo>
                    <a:cubicBezTo>
                      <a:pt x="5387" y="1510"/>
                      <a:pt x="6539" y="1"/>
                      <a:pt x="65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935607" y="2534343"/>
                <a:ext cx="410078" cy="279101"/>
              </a:xfrm>
              <a:custGeom>
                <a:avLst/>
                <a:gdLst/>
                <a:ahLst/>
                <a:cxnLst/>
                <a:rect l="l" t="t" r="r" b="b"/>
                <a:pathLst>
                  <a:path w="6672" h="4541" extrusionOk="0">
                    <a:moveTo>
                      <a:pt x="6671" y="1"/>
                    </a:moveTo>
                    <a:lnTo>
                      <a:pt x="6671" y="1"/>
                    </a:lnTo>
                    <a:cubicBezTo>
                      <a:pt x="6671" y="1"/>
                      <a:pt x="1033" y="1893"/>
                      <a:pt x="1" y="4540"/>
                    </a:cubicBezTo>
                    <a:cubicBezTo>
                      <a:pt x="1" y="4540"/>
                      <a:pt x="1893" y="4090"/>
                      <a:pt x="3733" y="2886"/>
                    </a:cubicBezTo>
                    <a:cubicBezTo>
                      <a:pt x="5560" y="1668"/>
                      <a:pt x="6671" y="1"/>
                      <a:pt x="66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974697" y="2413138"/>
                <a:ext cx="363674" cy="255500"/>
              </a:xfrm>
              <a:custGeom>
                <a:avLst/>
                <a:gdLst/>
                <a:ahLst/>
                <a:cxnLst/>
                <a:rect l="l" t="t" r="r" b="b"/>
                <a:pathLst>
                  <a:path w="5917" h="4157" extrusionOk="0">
                    <a:moveTo>
                      <a:pt x="5916" y="1"/>
                    </a:moveTo>
                    <a:cubicBezTo>
                      <a:pt x="5916" y="1"/>
                      <a:pt x="1218" y="1642"/>
                      <a:pt x="0" y="4157"/>
                    </a:cubicBezTo>
                    <a:cubicBezTo>
                      <a:pt x="0" y="4157"/>
                      <a:pt x="1866" y="3429"/>
                      <a:pt x="3388" y="2211"/>
                    </a:cubicBezTo>
                    <a:cubicBezTo>
                      <a:pt x="4924" y="980"/>
                      <a:pt x="5916" y="1"/>
                      <a:pt x="59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033271" y="2236618"/>
                <a:ext cx="385616" cy="260355"/>
              </a:xfrm>
              <a:custGeom>
                <a:avLst/>
                <a:gdLst/>
                <a:ahLst/>
                <a:cxnLst/>
                <a:rect l="l" t="t" r="r" b="b"/>
                <a:pathLst>
                  <a:path w="6274" h="4236" extrusionOk="0">
                    <a:moveTo>
                      <a:pt x="6274" y="1"/>
                    </a:moveTo>
                    <a:cubicBezTo>
                      <a:pt x="6273" y="1"/>
                      <a:pt x="1773" y="954"/>
                      <a:pt x="0" y="4236"/>
                    </a:cubicBezTo>
                    <a:cubicBezTo>
                      <a:pt x="0" y="4236"/>
                      <a:pt x="1840" y="3839"/>
                      <a:pt x="3362" y="2701"/>
                    </a:cubicBezTo>
                    <a:cubicBezTo>
                      <a:pt x="4897" y="1549"/>
                      <a:pt x="6273" y="1"/>
                      <a:pt x="62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094241" y="2089415"/>
                <a:ext cx="348247" cy="256299"/>
              </a:xfrm>
              <a:custGeom>
                <a:avLst/>
                <a:gdLst/>
                <a:ahLst/>
                <a:cxnLst/>
                <a:rect l="l" t="t" r="r" b="b"/>
                <a:pathLst>
                  <a:path w="5666" h="4170" extrusionOk="0">
                    <a:moveTo>
                      <a:pt x="5665" y="0"/>
                    </a:moveTo>
                    <a:lnTo>
                      <a:pt x="5665" y="0"/>
                    </a:lnTo>
                    <a:cubicBezTo>
                      <a:pt x="5665" y="0"/>
                      <a:pt x="1364" y="1363"/>
                      <a:pt x="1" y="4169"/>
                    </a:cubicBezTo>
                    <a:cubicBezTo>
                      <a:pt x="1" y="4169"/>
                      <a:pt x="1893" y="3507"/>
                      <a:pt x="3309" y="2422"/>
                    </a:cubicBezTo>
                    <a:cubicBezTo>
                      <a:pt x="4726" y="1350"/>
                      <a:pt x="5665" y="0"/>
                      <a:pt x="56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65046" y="1654998"/>
                <a:ext cx="341670" cy="532081"/>
              </a:xfrm>
              <a:custGeom>
                <a:avLst/>
                <a:gdLst/>
                <a:ahLst/>
                <a:cxnLst/>
                <a:rect l="l" t="t" r="r" b="b"/>
                <a:pathLst>
                  <a:path w="5559" h="8657" extrusionOk="0">
                    <a:moveTo>
                      <a:pt x="5559" y="0"/>
                    </a:moveTo>
                    <a:cubicBezTo>
                      <a:pt x="5559" y="1"/>
                      <a:pt x="397" y="3931"/>
                      <a:pt x="0" y="8656"/>
                    </a:cubicBezTo>
                    <a:cubicBezTo>
                      <a:pt x="0" y="8656"/>
                      <a:pt x="2091" y="7902"/>
                      <a:pt x="3243" y="5745"/>
                    </a:cubicBezTo>
                    <a:cubicBezTo>
                      <a:pt x="4381" y="3574"/>
                      <a:pt x="5559" y="1"/>
                      <a:pt x="55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89264" y="2793039"/>
                <a:ext cx="32575" cy="120467"/>
              </a:xfrm>
              <a:custGeom>
                <a:avLst/>
                <a:gdLst/>
                <a:ahLst/>
                <a:cxnLst/>
                <a:rect l="l" t="t" r="r" b="b"/>
                <a:pathLst>
                  <a:path w="530" h="1960" extrusionOk="0">
                    <a:moveTo>
                      <a:pt x="0" y="1"/>
                    </a:moveTo>
                    <a:lnTo>
                      <a:pt x="0" y="1893"/>
                    </a:lnTo>
                    <a:cubicBezTo>
                      <a:pt x="93" y="1920"/>
                      <a:pt x="172" y="1946"/>
                      <a:pt x="265" y="1959"/>
                    </a:cubicBezTo>
                    <a:cubicBezTo>
                      <a:pt x="265" y="1959"/>
                      <a:pt x="530" y="1258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89264" y="2555486"/>
                <a:ext cx="82237" cy="222986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3628" extrusionOk="0">
                    <a:moveTo>
                      <a:pt x="0" y="1"/>
                    </a:moveTo>
                    <a:lnTo>
                      <a:pt x="0" y="3164"/>
                    </a:lnTo>
                    <a:cubicBezTo>
                      <a:pt x="172" y="3363"/>
                      <a:pt x="371" y="3535"/>
                      <a:pt x="609" y="3627"/>
                    </a:cubicBezTo>
                    <a:cubicBezTo>
                      <a:pt x="609" y="3627"/>
                      <a:pt x="1337" y="2582"/>
                      <a:pt x="199" y="385"/>
                    </a:cubicBezTo>
                    <a:cubicBezTo>
                      <a:pt x="133" y="252"/>
                      <a:pt x="67" y="120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89264" y="2280564"/>
                <a:ext cx="111493" cy="347386"/>
              </a:xfrm>
              <a:custGeom>
                <a:avLst/>
                <a:gdLst/>
                <a:ahLst/>
                <a:cxnLst/>
                <a:rect l="l" t="t" r="r" b="b"/>
                <a:pathLst>
                  <a:path w="1814" h="5652" extrusionOk="0">
                    <a:moveTo>
                      <a:pt x="0" y="0"/>
                    </a:moveTo>
                    <a:lnTo>
                      <a:pt x="0" y="3865"/>
                    </a:lnTo>
                    <a:cubicBezTo>
                      <a:pt x="318" y="4659"/>
                      <a:pt x="755" y="5321"/>
                      <a:pt x="1417" y="5652"/>
                    </a:cubicBezTo>
                    <a:cubicBezTo>
                      <a:pt x="1417" y="5652"/>
                      <a:pt x="1814" y="4249"/>
                      <a:pt x="980" y="2118"/>
                    </a:cubicBezTo>
                    <a:cubicBezTo>
                      <a:pt x="622" y="1231"/>
                      <a:pt x="278" y="53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59147" y="2098327"/>
                <a:ext cx="192869" cy="393790"/>
              </a:xfrm>
              <a:custGeom>
                <a:avLst/>
                <a:gdLst/>
                <a:ahLst/>
                <a:cxnLst/>
                <a:rect l="l" t="t" r="r" b="b"/>
                <a:pathLst>
                  <a:path w="3138" h="6407" extrusionOk="0">
                    <a:moveTo>
                      <a:pt x="1470" y="1"/>
                    </a:moveTo>
                    <a:cubicBezTo>
                      <a:pt x="1470" y="1"/>
                      <a:pt x="1" y="5162"/>
                      <a:pt x="2727" y="6407"/>
                    </a:cubicBezTo>
                    <a:cubicBezTo>
                      <a:pt x="2727" y="6407"/>
                      <a:pt x="3137" y="4898"/>
                      <a:pt x="2687" y="3124"/>
                    </a:cubicBezTo>
                    <a:cubicBezTo>
                      <a:pt x="2237" y="1351"/>
                      <a:pt x="1470" y="1"/>
                      <a:pt x="14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987665" y="1892550"/>
                <a:ext cx="134296" cy="429561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6989" extrusionOk="0">
                    <a:moveTo>
                      <a:pt x="1576" y="0"/>
                    </a:moveTo>
                    <a:cubicBezTo>
                      <a:pt x="1576" y="0"/>
                      <a:pt x="1" y="5599"/>
                      <a:pt x="1668" y="6988"/>
                    </a:cubicBezTo>
                    <a:cubicBezTo>
                      <a:pt x="1668" y="6988"/>
                      <a:pt x="2185" y="5916"/>
                      <a:pt x="1933" y="3680"/>
                    </a:cubicBezTo>
                    <a:cubicBezTo>
                      <a:pt x="1695" y="1456"/>
                      <a:pt x="1576" y="0"/>
                      <a:pt x="15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87604" y="1938340"/>
                <a:ext cx="426120" cy="1137855"/>
              </a:xfrm>
              <a:custGeom>
                <a:avLst/>
                <a:gdLst/>
                <a:ahLst/>
                <a:cxnLst/>
                <a:rect l="l" t="t" r="r" b="b"/>
                <a:pathLst>
                  <a:path w="6933" h="18513" extrusionOk="0">
                    <a:moveTo>
                      <a:pt x="6864" y="1"/>
                    </a:moveTo>
                    <a:cubicBezTo>
                      <a:pt x="6850" y="1"/>
                      <a:pt x="6838" y="7"/>
                      <a:pt x="6830" y="23"/>
                    </a:cubicBezTo>
                    <a:cubicBezTo>
                      <a:pt x="6711" y="168"/>
                      <a:pt x="6592" y="301"/>
                      <a:pt x="6473" y="473"/>
                    </a:cubicBezTo>
                    <a:cubicBezTo>
                      <a:pt x="5639" y="1730"/>
                      <a:pt x="4871" y="3054"/>
                      <a:pt x="4183" y="4390"/>
                    </a:cubicBezTo>
                    <a:cubicBezTo>
                      <a:pt x="3482" y="5740"/>
                      <a:pt x="2860" y="7130"/>
                      <a:pt x="2304" y="8546"/>
                    </a:cubicBezTo>
                    <a:cubicBezTo>
                      <a:pt x="1761" y="9962"/>
                      <a:pt x="1285" y="11405"/>
                      <a:pt x="861" y="12861"/>
                    </a:cubicBezTo>
                    <a:cubicBezTo>
                      <a:pt x="530" y="14052"/>
                      <a:pt x="252" y="15257"/>
                      <a:pt x="27" y="16461"/>
                    </a:cubicBezTo>
                    <a:lnTo>
                      <a:pt x="1" y="16461"/>
                    </a:lnTo>
                    <a:lnTo>
                      <a:pt x="1" y="18512"/>
                    </a:lnTo>
                    <a:cubicBezTo>
                      <a:pt x="94" y="17957"/>
                      <a:pt x="186" y="17387"/>
                      <a:pt x="292" y="16832"/>
                    </a:cubicBezTo>
                    <a:cubicBezTo>
                      <a:pt x="570" y="15336"/>
                      <a:pt x="914" y="13867"/>
                      <a:pt x="1351" y="12424"/>
                    </a:cubicBezTo>
                    <a:cubicBezTo>
                      <a:pt x="1774" y="10968"/>
                      <a:pt x="2277" y="9552"/>
                      <a:pt x="2833" y="8149"/>
                    </a:cubicBezTo>
                    <a:cubicBezTo>
                      <a:pt x="3402" y="6733"/>
                      <a:pt x="4024" y="5370"/>
                      <a:pt x="4726" y="4020"/>
                    </a:cubicBezTo>
                    <a:cubicBezTo>
                      <a:pt x="5070" y="3345"/>
                      <a:pt x="5441" y="2683"/>
                      <a:pt x="5798" y="2035"/>
                    </a:cubicBezTo>
                    <a:cubicBezTo>
                      <a:pt x="6182" y="1373"/>
                      <a:pt x="6592" y="751"/>
                      <a:pt x="6923" y="76"/>
                    </a:cubicBezTo>
                    <a:cubicBezTo>
                      <a:pt x="6932" y="38"/>
                      <a:pt x="6895" y="1"/>
                      <a:pt x="68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-126340" y="3982796"/>
              <a:ext cx="839572" cy="1841824"/>
              <a:chOff x="1951643" y="2416150"/>
              <a:chExt cx="475167" cy="1042404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951643" y="2416150"/>
                <a:ext cx="475167" cy="1042404"/>
              </a:xfrm>
              <a:custGeom>
                <a:avLst/>
                <a:gdLst/>
                <a:ahLst/>
                <a:cxnLst/>
                <a:rect l="l" t="t" r="r" b="b"/>
                <a:pathLst>
                  <a:path w="7731" h="16960" extrusionOk="0">
                    <a:moveTo>
                      <a:pt x="443" y="0"/>
                    </a:moveTo>
                    <a:cubicBezTo>
                      <a:pt x="333" y="0"/>
                      <a:pt x="262" y="18"/>
                      <a:pt x="239" y="58"/>
                    </a:cubicBezTo>
                    <a:cubicBezTo>
                      <a:pt x="1" y="441"/>
                      <a:pt x="3045" y="2969"/>
                      <a:pt x="2899" y="3300"/>
                    </a:cubicBezTo>
                    <a:cubicBezTo>
                      <a:pt x="2877" y="3350"/>
                      <a:pt x="2816" y="3371"/>
                      <a:pt x="2726" y="3371"/>
                    </a:cubicBezTo>
                    <a:cubicBezTo>
                      <a:pt x="2278" y="3371"/>
                      <a:pt x="1130" y="2842"/>
                      <a:pt x="756" y="2842"/>
                    </a:cubicBezTo>
                    <a:cubicBezTo>
                      <a:pt x="715" y="2842"/>
                      <a:pt x="683" y="2849"/>
                      <a:pt x="662" y="2863"/>
                    </a:cubicBezTo>
                    <a:cubicBezTo>
                      <a:pt x="437" y="3062"/>
                      <a:pt x="437" y="4108"/>
                      <a:pt x="1377" y="5908"/>
                    </a:cubicBezTo>
                    <a:cubicBezTo>
                      <a:pt x="2330" y="7721"/>
                      <a:pt x="4620" y="7959"/>
                      <a:pt x="4514" y="8449"/>
                    </a:cubicBezTo>
                    <a:cubicBezTo>
                      <a:pt x="4448" y="8753"/>
                      <a:pt x="3309" y="8621"/>
                      <a:pt x="2582" y="8713"/>
                    </a:cubicBezTo>
                    <a:cubicBezTo>
                      <a:pt x="2264" y="8727"/>
                      <a:pt x="1867" y="8806"/>
                      <a:pt x="1708" y="9124"/>
                    </a:cubicBezTo>
                    <a:cubicBezTo>
                      <a:pt x="1430" y="9706"/>
                      <a:pt x="3283" y="12922"/>
                      <a:pt x="4620" y="13359"/>
                    </a:cubicBezTo>
                    <a:cubicBezTo>
                      <a:pt x="5957" y="13783"/>
                      <a:pt x="7280" y="13690"/>
                      <a:pt x="7426" y="14219"/>
                    </a:cubicBezTo>
                    <a:cubicBezTo>
                      <a:pt x="7584" y="14749"/>
                      <a:pt x="5427" y="14219"/>
                      <a:pt x="5242" y="14828"/>
                    </a:cubicBezTo>
                    <a:cubicBezTo>
                      <a:pt x="5162" y="15133"/>
                      <a:pt x="6261" y="16138"/>
                      <a:pt x="7730" y="16959"/>
                    </a:cubicBezTo>
                    <a:lnTo>
                      <a:pt x="7730" y="4544"/>
                    </a:lnTo>
                    <a:lnTo>
                      <a:pt x="7717" y="4544"/>
                    </a:lnTo>
                    <a:cubicBezTo>
                      <a:pt x="7545" y="5153"/>
                      <a:pt x="7465" y="5894"/>
                      <a:pt x="7227" y="5908"/>
                    </a:cubicBezTo>
                    <a:cubicBezTo>
                      <a:pt x="7223" y="5908"/>
                      <a:pt x="7219" y="5908"/>
                      <a:pt x="7216" y="5908"/>
                    </a:cubicBezTo>
                    <a:cubicBezTo>
                      <a:pt x="6856" y="5908"/>
                      <a:pt x="6848" y="3474"/>
                      <a:pt x="6089" y="2387"/>
                    </a:cubicBezTo>
                    <a:cubicBezTo>
                      <a:pt x="5411" y="1412"/>
                      <a:pt x="1415" y="0"/>
                      <a:pt x="4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119927" y="2546758"/>
                <a:ext cx="306882" cy="423661"/>
              </a:xfrm>
              <a:custGeom>
                <a:avLst/>
                <a:gdLst/>
                <a:ahLst/>
                <a:cxnLst/>
                <a:rect l="l" t="t" r="r" b="b"/>
                <a:pathLst>
                  <a:path w="4993" h="6893" extrusionOk="0">
                    <a:moveTo>
                      <a:pt x="89" y="1"/>
                    </a:moveTo>
                    <a:cubicBezTo>
                      <a:pt x="37" y="1"/>
                      <a:pt x="0" y="72"/>
                      <a:pt x="55" y="116"/>
                    </a:cubicBezTo>
                    <a:cubicBezTo>
                      <a:pt x="571" y="580"/>
                      <a:pt x="1021" y="1096"/>
                      <a:pt x="1445" y="1625"/>
                    </a:cubicBezTo>
                    <a:cubicBezTo>
                      <a:pt x="1882" y="2128"/>
                      <a:pt x="2292" y="2684"/>
                      <a:pt x="2676" y="3240"/>
                    </a:cubicBezTo>
                    <a:lnTo>
                      <a:pt x="3364" y="4286"/>
                    </a:lnTo>
                    <a:cubicBezTo>
                      <a:pt x="3311" y="4272"/>
                      <a:pt x="3271" y="4233"/>
                      <a:pt x="3232" y="4219"/>
                    </a:cubicBezTo>
                    <a:lnTo>
                      <a:pt x="2345" y="3822"/>
                    </a:lnTo>
                    <a:cubicBezTo>
                      <a:pt x="2041" y="3690"/>
                      <a:pt x="1749" y="3571"/>
                      <a:pt x="1445" y="3452"/>
                    </a:cubicBezTo>
                    <a:cubicBezTo>
                      <a:pt x="1154" y="3346"/>
                      <a:pt x="836" y="3227"/>
                      <a:pt x="519" y="3161"/>
                    </a:cubicBezTo>
                    <a:cubicBezTo>
                      <a:pt x="514" y="3160"/>
                      <a:pt x="510" y="3159"/>
                      <a:pt x="506" y="3159"/>
                    </a:cubicBezTo>
                    <a:cubicBezTo>
                      <a:pt x="446" y="3159"/>
                      <a:pt x="404" y="3243"/>
                      <a:pt x="466" y="3293"/>
                    </a:cubicBezTo>
                    <a:cubicBezTo>
                      <a:pt x="995" y="3624"/>
                      <a:pt x="1617" y="3836"/>
                      <a:pt x="2186" y="4074"/>
                    </a:cubicBezTo>
                    <a:cubicBezTo>
                      <a:pt x="2477" y="4206"/>
                      <a:pt x="2755" y="4338"/>
                      <a:pt x="3060" y="4444"/>
                    </a:cubicBezTo>
                    <a:cubicBezTo>
                      <a:pt x="3271" y="4537"/>
                      <a:pt x="3483" y="4616"/>
                      <a:pt x="3682" y="4749"/>
                    </a:cubicBezTo>
                    <a:cubicBezTo>
                      <a:pt x="4092" y="5411"/>
                      <a:pt x="4516" y="6086"/>
                      <a:pt x="4926" y="6761"/>
                    </a:cubicBezTo>
                    <a:cubicBezTo>
                      <a:pt x="4952" y="6813"/>
                      <a:pt x="4979" y="6853"/>
                      <a:pt x="4992" y="6893"/>
                    </a:cubicBezTo>
                    <a:lnTo>
                      <a:pt x="4992" y="6297"/>
                    </a:lnTo>
                    <a:cubicBezTo>
                      <a:pt x="4410" y="5344"/>
                      <a:pt x="3827" y="4378"/>
                      <a:pt x="3205" y="3452"/>
                    </a:cubicBezTo>
                    <a:cubicBezTo>
                      <a:pt x="2927" y="3041"/>
                      <a:pt x="2636" y="2631"/>
                      <a:pt x="2345" y="2234"/>
                    </a:cubicBezTo>
                    <a:cubicBezTo>
                      <a:pt x="2332" y="2168"/>
                      <a:pt x="2305" y="2115"/>
                      <a:pt x="2279" y="2062"/>
                    </a:cubicBezTo>
                    <a:cubicBezTo>
                      <a:pt x="2239" y="1969"/>
                      <a:pt x="2213" y="1890"/>
                      <a:pt x="2173" y="1784"/>
                    </a:cubicBezTo>
                    <a:cubicBezTo>
                      <a:pt x="2107" y="1586"/>
                      <a:pt x="2027" y="1387"/>
                      <a:pt x="1961" y="1188"/>
                    </a:cubicBezTo>
                    <a:cubicBezTo>
                      <a:pt x="1895" y="990"/>
                      <a:pt x="1829" y="805"/>
                      <a:pt x="1776" y="606"/>
                    </a:cubicBezTo>
                    <a:cubicBezTo>
                      <a:pt x="1749" y="513"/>
                      <a:pt x="1723" y="408"/>
                      <a:pt x="1696" y="315"/>
                    </a:cubicBezTo>
                    <a:cubicBezTo>
                      <a:pt x="1670" y="209"/>
                      <a:pt x="1644" y="116"/>
                      <a:pt x="1564" y="50"/>
                    </a:cubicBezTo>
                    <a:cubicBezTo>
                      <a:pt x="1550" y="36"/>
                      <a:pt x="1533" y="31"/>
                      <a:pt x="1516" y="31"/>
                    </a:cubicBezTo>
                    <a:cubicBezTo>
                      <a:pt x="1483" y="31"/>
                      <a:pt x="1449" y="51"/>
                      <a:pt x="1432" y="77"/>
                    </a:cubicBezTo>
                    <a:cubicBezTo>
                      <a:pt x="1392" y="183"/>
                      <a:pt x="1419" y="275"/>
                      <a:pt x="1432" y="381"/>
                    </a:cubicBezTo>
                    <a:cubicBezTo>
                      <a:pt x="1445" y="474"/>
                      <a:pt x="1485" y="593"/>
                      <a:pt x="1511" y="699"/>
                    </a:cubicBezTo>
                    <a:cubicBezTo>
                      <a:pt x="1564" y="897"/>
                      <a:pt x="1630" y="1096"/>
                      <a:pt x="1696" y="1294"/>
                    </a:cubicBezTo>
                    <a:cubicBezTo>
                      <a:pt x="1723" y="1387"/>
                      <a:pt x="1776" y="1493"/>
                      <a:pt x="1816" y="1599"/>
                    </a:cubicBezTo>
                    <a:cubicBezTo>
                      <a:pt x="1419" y="1136"/>
                      <a:pt x="1008" y="712"/>
                      <a:pt x="519" y="328"/>
                    </a:cubicBezTo>
                    <a:cubicBezTo>
                      <a:pt x="386" y="236"/>
                      <a:pt x="254" y="116"/>
                      <a:pt x="121" y="11"/>
                    </a:cubicBezTo>
                    <a:cubicBezTo>
                      <a:pt x="110" y="4"/>
                      <a:pt x="99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2245926" y="3111722"/>
                <a:ext cx="180024" cy="98709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1606" extrusionOk="0">
                    <a:moveTo>
                      <a:pt x="135" y="0"/>
                    </a:moveTo>
                    <a:cubicBezTo>
                      <a:pt x="46" y="0"/>
                      <a:pt x="0" y="113"/>
                      <a:pt x="96" y="149"/>
                    </a:cubicBezTo>
                    <a:cubicBezTo>
                      <a:pt x="560" y="401"/>
                      <a:pt x="1023" y="613"/>
                      <a:pt x="1486" y="851"/>
                    </a:cubicBezTo>
                    <a:cubicBezTo>
                      <a:pt x="1949" y="1076"/>
                      <a:pt x="2413" y="1327"/>
                      <a:pt x="2863" y="1579"/>
                    </a:cubicBezTo>
                    <a:cubicBezTo>
                      <a:pt x="2876" y="1592"/>
                      <a:pt x="2889" y="1592"/>
                      <a:pt x="2902" y="1605"/>
                    </a:cubicBezTo>
                    <a:lnTo>
                      <a:pt x="2902" y="1301"/>
                    </a:lnTo>
                    <a:lnTo>
                      <a:pt x="2929" y="1301"/>
                    </a:lnTo>
                    <a:cubicBezTo>
                      <a:pt x="2558" y="1076"/>
                      <a:pt x="2201" y="877"/>
                      <a:pt x="1817" y="692"/>
                    </a:cubicBezTo>
                    <a:cubicBezTo>
                      <a:pt x="1288" y="427"/>
                      <a:pt x="745" y="189"/>
                      <a:pt x="163" y="4"/>
                    </a:cubicBezTo>
                    <a:cubicBezTo>
                      <a:pt x="153" y="1"/>
                      <a:pt x="144" y="0"/>
                      <a:pt x="1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" name="Google Shape;34;p2"/>
            <p:cNvSpPr/>
            <p:nvPr/>
          </p:nvSpPr>
          <p:spPr>
            <a:xfrm>
              <a:off x="3338468" y="4404767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 txBox="1">
            <a:spLocks noGrp="1"/>
          </p:cNvSpPr>
          <p:nvPr>
            <p:ph type="ctrTitle"/>
          </p:nvPr>
        </p:nvSpPr>
        <p:spPr>
          <a:xfrm>
            <a:off x="713225" y="1216938"/>
            <a:ext cx="4313700" cy="2357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ubTitle" idx="1"/>
          </p:nvPr>
        </p:nvSpPr>
        <p:spPr>
          <a:xfrm>
            <a:off x="713225" y="3669938"/>
            <a:ext cx="43137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7"/>
          <p:cNvGrpSpPr/>
          <p:nvPr/>
        </p:nvGrpSpPr>
        <p:grpSpPr>
          <a:xfrm>
            <a:off x="-651725" y="438450"/>
            <a:ext cx="10033671" cy="5083843"/>
            <a:chOff x="-651725" y="438450"/>
            <a:chExt cx="10033671" cy="5083843"/>
          </a:xfrm>
        </p:grpSpPr>
        <p:sp>
          <p:nvSpPr>
            <p:cNvPr id="163" name="Google Shape;163;p7"/>
            <p:cNvSpPr/>
            <p:nvPr/>
          </p:nvSpPr>
          <p:spPr>
            <a:xfrm>
              <a:off x="3686775" y="438450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-651725" y="4160953"/>
              <a:ext cx="1303446" cy="187765"/>
            </a:xfrm>
            <a:custGeom>
              <a:avLst/>
              <a:gdLst/>
              <a:ahLst/>
              <a:cxnLst/>
              <a:rect l="l" t="t" r="r" b="b"/>
              <a:pathLst>
                <a:path w="15473" h="2229" extrusionOk="0">
                  <a:moveTo>
                    <a:pt x="6864" y="1"/>
                  </a:moveTo>
                  <a:cubicBezTo>
                    <a:pt x="6793" y="1"/>
                    <a:pt x="6720" y="2"/>
                    <a:pt x="6644" y="5"/>
                  </a:cubicBezTo>
                  <a:cubicBezTo>
                    <a:pt x="4196" y="84"/>
                    <a:pt x="3389" y="1553"/>
                    <a:pt x="2899" y="1699"/>
                  </a:cubicBezTo>
                  <a:cubicBezTo>
                    <a:pt x="2692" y="1762"/>
                    <a:pt x="2511" y="1782"/>
                    <a:pt x="2323" y="1782"/>
                  </a:cubicBezTo>
                  <a:cubicBezTo>
                    <a:pt x="2040" y="1782"/>
                    <a:pt x="1739" y="1739"/>
                    <a:pt x="1311" y="1739"/>
                  </a:cubicBezTo>
                  <a:cubicBezTo>
                    <a:pt x="583" y="1739"/>
                    <a:pt x="0" y="2228"/>
                    <a:pt x="0" y="2228"/>
                  </a:cubicBezTo>
                  <a:lnTo>
                    <a:pt x="15472" y="2228"/>
                  </a:lnTo>
                  <a:cubicBezTo>
                    <a:pt x="15472" y="2228"/>
                    <a:pt x="14652" y="1130"/>
                    <a:pt x="13130" y="1037"/>
                  </a:cubicBezTo>
                  <a:cubicBezTo>
                    <a:pt x="13053" y="1034"/>
                    <a:pt x="12980" y="1032"/>
                    <a:pt x="12910" y="1032"/>
                  </a:cubicBezTo>
                  <a:cubicBezTo>
                    <a:pt x="11724" y="1032"/>
                    <a:pt x="11458" y="1489"/>
                    <a:pt x="10545" y="1489"/>
                  </a:cubicBezTo>
                  <a:cubicBezTo>
                    <a:pt x="10452" y="1489"/>
                    <a:pt x="10352" y="1484"/>
                    <a:pt x="10244" y="1474"/>
                  </a:cubicBezTo>
                  <a:cubicBezTo>
                    <a:pt x="9052" y="1359"/>
                    <a:pt x="9077" y="1"/>
                    <a:pt x="686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7"/>
            <p:cNvGrpSpPr/>
            <p:nvPr/>
          </p:nvGrpSpPr>
          <p:grpSpPr>
            <a:xfrm flipH="1">
              <a:off x="-126352" y="468009"/>
              <a:ext cx="839572" cy="1841824"/>
              <a:chOff x="1951643" y="2416150"/>
              <a:chExt cx="475167" cy="1042404"/>
            </a:xfrm>
          </p:grpSpPr>
          <p:sp>
            <p:nvSpPr>
              <p:cNvPr id="166" name="Google Shape;166;p7"/>
              <p:cNvSpPr/>
              <p:nvPr/>
            </p:nvSpPr>
            <p:spPr>
              <a:xfrm>
                <a:off x="1951643" y="2416150"/>
                <a:ext cx="475167" cy="1042404"/>
              </a:xfrm>
              <a:custGeom>
                <a:avLst/>
                <a:gdLst/>
                <a:ahLst/>
                <a:cxnLst/>
                <a:rect l="l" t="t" r="r" b="b"/>
                <a:pathLst>
                  <a:path w="7731" h="16960" extrusionOk="0">
                    <a:moveTo>
                      <a:pt x="443" y="0"/>
                    </a:moveTo>
                    <a:cubicBezTo>
                      <a:pt x="333" y="0"/>
                      <a:pt x="262" y="18"/>
                      <a:pt x="239" y="58"/>
                    </a:cubicBezTo>
                    <a:cubicBezTo>
                      <a:pt x="1" y="441"/>
                      <a:pt x="3045" y="2969"/>
                      <a:pt x="2899" y="3300"/>
                    </a:cubicBezTo>
                    <a:cubicBezTo>
                      <a:pt x="2877" y="3350"/>
                      <a:pt x="2816" y="3371"/>
                      <a:pt x="2726" y="3371"/>
                    </a:cubicBezTo>
                    <a:cubicBezTo>
                      <a:pt x="2278" y="3371"/>
                      <a:pt x="1130" y="2842"/>
                      <a:pt x="756" y="2842"/>
                    </a:cubicBezTo>
                    <a:cubicBezTo>
                      <a:pt x="715" y="2842"/>
                      <a:pt x="683" y="2849"/>
                      <a:pt x="662" y="2863"/>
                    </a:cubicBezTo>
                    <a:cubicBezTo>
                      <a:pt x="437" y="3062"/>
                      <a:pt x="437" y="4108"/>
                      <a:pt x="1377" y="5908"/>
                    </a:cubicBezTo>
                    <a:cubicBezTo>
                      <a:pt x="2330" y="7721"/>
                      <a:pt x="4620" y="7959"/>
                      <a:pt x="4514" y="8449"/>
                    </a:cubicBezTo>
                    <a:cubicBezTo>
                      <a:pt x="4448" y="8753"/>
                      <a:pt x="3309" y="8621"/>
                      <a:pt x="2582" y="8713"/>
                    </a:cubicBezTo>
                    <a:cubicBezTo>
                      <a:pt x="2264" y="8727"/>
                      <a:pt x="1867" y="8806"/>
                      <a:pt x="1708" y="9124"/>
                    </a:cubicBezTo>
                    <a:cubicBezTo>
                      <a:pt x="1430" y="9706"/>
                      <a:pt x="3283" y="12922"/>
                      <a:pt x="4620" y="13359"/>
                    </a:cubicBezTo>
                    <a:cubicBezTo>
                      <a:pt x="5957" y="13783"/>
                      <a:pt x="7280" y="13690"/>
                      <a:pt x="7426" y="14219"/>
                    </a:cubicBezTo>
                    <a:cubicBezTo>
                      <a:pt x="7584" y="14749"/>
                      <a:pt x="5427" y="14219"/>
                      <a:pt x="5242" y="14828"/>
                    </a:cubicBezTo>
                    <a:cubicBezTo>
                      <a:pt x="5162" y="15133"/>
                      <a:pt x="6261" y="16138"/>
                      <a:pt x="7730" y="16959"/>
                    </a:cubicBezTo>
                    <a:lnTo>
                      <a:pt x="7730" y="4544"/>
                    </a:lnTo>
                    <a:lnTo>
                      <a:pt x="7717" y="4544"/>
                    </a:lnTo>
                    <a:cubicBezTo>
                      <a:pt x="7545" y="5153"/>
                      <a:pt x="7465" y="5894"/>
                      <a:pt x="7227" y="5908"/>
                    </a:cubicBezTo>
                    <a:cubicBezTo>
                      <a:pt x="7223" y="5908"/>
                      <a:pt x="7219" y="5908"/>
                      <a:pt x="7216" y="5908"/>
                    </a:cubicBezTo>
                    <a:cubicBezTo>
                      <a:pt x="6856" y="5908"/>
                      <a:pt x="6848" y="3474"/>
                      <a:pt x="6089" y="2387"/>
                    </a:cubicBezTo>
                    <a:cubicBezTo>
                      <a:pt x="5411" y="1412"/>
                      <a:pt x="1415" y="0"/>
                      <a:pt x="4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119927" y="2546758"/>
                <a:ext cx="306882" cy="423661"/>
              </a:xfrm>
              <a:custGeom>
                <a:avLst/>
                <a:gdLst/>
                <a:ahLst/>
                <a:cxnLst/>
                <a:rect l="l" t="t" r="r" b="b"/>
                <a:pathLst>
                  <a:path w="4993" h="6893" extrusionOk="0">
                    <a:moveTo>
                      <a:pt x="89" y="1"/>
                    </a:moveTo>
                    <a:cubicBezTo>
                      <a:pt x="37" y="1"/>
                      <a:pt x="0" y="72"/>
                      <a:pt x="55" y="116"/>
                    </a:cubicBezTo>
                    <a:cubicBezTo>
                      <a:pt x="571" y="580"/>
                      <a:pt x="1021" y="1096"/>
                      <a:pt x="1445" y="1625"/>
                    </a:cubicBezTo>
                    <a:cubicBezTo>
                      <a:pt x="1882" y="2128"/>
                      <a:pt x="2292" y="2684"/>
                      <a:pt x="2676" y="3240"/>
                    </a:cubicBezTo>
                    <a:lnTo>
                      <a:pt x="3364" y="4286"/>
                    </a:lnTo>
                    <a:cubicBezTo>
                      <a:pt x="3311" y="4272"/>
                      <a:pt x="3271" y="4233"/>
                      <a:pt x="3232" y="4219"/>
                    </a:cubicBezTo>
                    <a:lnTo>
                      <a:pt x="2345" y="3822"/>
                    </a:lnTo>
                    <a:cubicBezTo>
                      <a:pt x="2041" y="3690"/>
                      <a:pt x="1749" y="3571"/>
                      <a:pt x="1445" y="3452"/>
                    </a:cubicBezTo>
                    <a:cubicBezTo>
                      <a:pt x="1154" y="3346"/>
                      <a:pt x="836" y="3227"/>
                      <a:pt x="519" y="3161"/>
                    </a:cubicBezTo>
                    <a:cubicBezTo>
                      <a:pt x="514" y="3160"/>
                      <a:pt x="510" y="3159"/>
                      <a:pt x="506" y="3159"/>
                    </a:cubicBezTo>
                    <a:cubicBezTo>
                      <a:pt x="446" y="3159"/>
                      <a:pt x="404" y="3243"/>
                      <a:pt x="466" y="3293"/>
                    </a:cubicBezTo>
                    <a:cubicBezTo>
                      <a:pt x="995" y="3624"/>
                      <a:pt x="1617" y="3836"/>
                      <a:pt x="2186" y="4074"/>
                    </a:cubicBezTo>
                    <a:cubicBezTo>
                      <a:pt x="2477" y="4206"/>
                      <a:pt x="2755" y="4338"/>
                      <a:pt x="3060" y="4444"/>
                    </a:cubicBezTo>
                    <a:cubicBezTo>
                      <a:pt x="3271" y="4537"/>
                      <a:pt x="3483" y="4616"/>
                      <a:pt x="3682" y="4749"/>
                    </a:cubicBezTo>
                    <a:cubicBezTo>
                      <a:pt x="4092" y="5411"/>
                      <a:pt x="4516" y="6086"/>
                      <a:pt x="4926" y="6761"/>
                    </a:cubicBezTo>
                    <a:cubicBezTo>
                      <a:pt x="4952" y="6813"/>
                      <a:pt x="4979" y="6853"/>
                      <a:pt x="4992" y="6893"/>
                    </a:cubicBezTo>
                    <a:lnTo>
                      <a:pt x="4992" y="6297"/>
                    </a:lnTo>
                    <a:cubicBezTo>
                      <a:pt x="4410" y="5344"/>
                      <a:pt x="3827" y="4378"/>
                      <a:pt x="3205" y="3452"/>
                    </a:cubicBezTo>
                    <a:cubicBezTo>
                      <a:pt x="2927" y="3041"/>
                      <a:pt x="2636" y="2631"/>
                      <a:pt x="2345" y="2234"/>
                    </a:cubicBezTo>
                    <a:cubicBezTo>
                      <a:pt x="2332" y="2168"/>
                      <a:pt x="2305" y="2115"/>
                      <a:pt x="2279" y="2062"/>
                    </a:cubicBezTo>
                    <a:cubicBezTo>
                      <a:pt x="2239" y="1969"/>
                      <a:pt x="2213" y="1890"/>
                      <a:pt x="2173" y="1784"/>
                    </a:cubicBezTo>
                    <a:cubicBezTo>
                      <a:pt x="2107" y="1586"/>
                      <a:pt x="2027" y="1387"/>
                      <a:pt x="1961" y="1188"/>
                    </a:cubicBezTo>
                    <a:cubicBezTo>
                      <a:pt x="1895" y="990"/>
                      <a:pt x="1829" y="805"/>
                      <a:pt x="1776" y="606"/>
                    </a:cubicBezTo>
                    <a:cubicBezTo>
                      <a:pt x="1749" y="513"/>
                      <a:pt x="1723" y="408"/>
                      <a:pt x="1696" y="315"/>
                    </a:cubicBezTo>
                    <a:cubicBezTo>
                      <a:pt x="1670" y="209"/>
                      <a:pt x="1644" y="116"/>
                      <a:pt x="1564" y="50"/>
                    </a:cubicBezTo>
                    <a:cubicBezTo>
                      <a:pt x="1550" y="36"/>
                      <a:pt x="1533" y="31"/>
                      <a:pt x="1516" y="31"/>
                    </a:cubicBezTo>
                    <a:cubicBezTo>
                      <a:pt x="1483" y="31"/>
                      <a:pt x="1449" y="51"/>
                      <a:pt x="1432" y="77"/>
                    </a:cubicBezTo>
                    <a:cubicBezTo>
                      <a:pt x="1392" y="183"/>
                      <a:pt x="1419" y="275"/>
                      <a:pt x="1432" y="381"/>
                    </a:cubicBezTo>
                    <a:cubicBezTo>
                      <a:pt x="1445" y="474"/>
                      <a:pt x="1485" y="593"/>
                      <a:pt x="1511" y="699"/>
                    </a:cubicBezTo>
                    <a:cubicBezTo>
                      <a:pt x="1564" y="897"/>
                      <a:pt x="1630" y="1096"/>
                      <a:pt x="1696" y="1294"/>
                    </a:cubicBezTo>
                    <a:cubicBezTo>
                      <a:pt x="1723" y="1387"/>
                      <a:pt x="1776" y="1493"/>
                      <a:pt x="1816" y="1599"/>
                    </a:cubicBezTo>
                    <a:cubicBezTo>
                      <a:pt x="1419" y="1136"/>
                      <a:pt x="1008" y="712"/>
                      <a:pt x="519" y="328"/>
                    </a:cubicBezTo>
                    <a:cubicBezTo>
                      <a:pt x="386" y="236"/>
                      <a:pt x="254" y="116"/>
                      <a:pt x="121" y="11"/>
                    </a:cubicBezTo>
                    <a:cubicBezTo>
                      <a:pt x="110" y="4"/>
                      <a:pt x="99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245926" y="3111722"/>
                <a:ext cx="180024" cy="98709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1606" extrusionOk="0">
                    <a:moveTo>
                      <a:pt x="135" y="0"/>
                    </a:moveTo>
                    <a:cubicBezTo>
                      <a:pt x="46" y="0"/>
                      <a:pt x="0" y="113"/>
                      <a:pt x="96" y="149"/>
                    </a:cubicBezTo>
                    <a:cubicBezTo>
                      <a:pt x="560" y="401"/>
                      <a:pt x="1023" y="613"/>
                      <a:pt x="1486" y="851"/>
                    </a:cubicBezTo>
                    <a:cubicBezTo>
                      <a:pt x="1949" y="1076"/>
                      <a:pt x="2413" y="1327"/>
                      <a:pt x="2863" y="1579"/>
                    </a:cubicBezTo>
                    <a:cubicBezTo>
                      <a:pt x="2876" y="1592"/>
                      <a:pt x="2889" y="1592"/>
                      <a:pt x="2902" y="1605"/>
                    </a:cubicBezTo>
                    <a:lnTo>
                      <a:pt x="2902" y="1301"/>
                    </a:lnTo>
                    <a:lnTo>
                      <a:pt x="2929" y="1301"/>
                    </a:lnTo>
                    <a:cubicBezTo>
                      <a:pt x="2558" y="1076"/>
                      <a:pt x="2201" y="877"/>
                      <a:pt x="1817" y="692"/>
                    </a:cubicBezTo>
                    <a:cubicBezTo>
                      <a:pt x="1288" y="427"/>
                      <a:pt x="745" y="189"/>
                      <a:pt x="163" y="4"/>
                    </a:cubicBezTo>
                    <a:cubicBezTo>
                      <a:pt x="153" y="1"/>
                      <a:pt x="144" y="0"/>
                      <a:pt x="1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7"/>
            <p:cNvGrpSpPr/>
            <p:nvPr/>
          </p:nvGrpSpPr>
          <p:grpSpPr>
            <a:xfrm>
              <a:off x="7880948" y="3794017"/>
              <a:ext cx="1500998" cy="1728276"/>
              <a:chOff x="4502705" y="4034398"/>
              <a:chExt cx="789916" cy="909523"/>
            </a:xfrm>
          </p:grpSpPr>
          <p:sp>
            <p:nvSpPr>
              <p:cNvPr id="170" name="Google Shape;170;p7"/>
              <p:cNvSpPr/>
              <p:nvPr/>
            </p:nvSpPr>
            <p:spPr>
              <a:xfrm>
                <a:off x="5103870" y="4257323"/>
                <a:ext cx="126982" cy="404362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6579" extrusionOk="0">
                    <a:moveTo>
                      <a:pt x="0" y="0"/>
                    </a:moveTo>
                    <a:cubicBezTo>
                      <a:pt x="331" y="702"/>
                      <a:pt x="146" y="1456"/>
                      <a:pt x="503" y="3388"/>
                    </a:cubicBezTo>
                    <a:cubicBezTo>
                      <a:pt x="834" y="5307"/>
                      <a:pt x="1734" y="6353"/>
                      <a:pt x="1734" y="6353"/>
                    </a:cubicBezTo>
                    <a:lnTo>
                      <a:pt x="1959" y="6578"/>
                    </a:lnTo>
                    <a:cubicBezTo>
                      <a:pt x="1959" y="6578"/>
                      <a:pt x="1959" y="6194"/>
                      <a:pt x="2025" y="5493"/>
                    </a:cubicBezTo>
                    <a:cubicBezTo>
                      <a:pt x="2065" y="4778"/>
                      <a:pt x="1972" y="4182"/>
                      <a:pt x="1509" y="2621"/>
                    </a:cubicBezTo>
                    <a:cubicBezTo>
                      <a:pt x="1046" y="1072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4833804" y="4620935"/>
                <a:ext cx="441792" cy="139458"/>
              </a:xfrm>
              <a:custGeom>
                <a:avLst/>
                <a:gdLst/>
                <a:ahLst/>
                <a:cxnLst/>
                <a:rect l="l" t="t" r="r" b="b"/>
                <a:pathLst>
                  <a:path w="7188" h="2269" extrusionOk="0">
                    <a:moveTo>
                      <a:pt x="0" y="0"/>
                    </a:moveTo>
                    <a:cubicBezTo>
                      <a:pt x="0" y="0"/>
                      <a:pt x="2081" y="2269"/>
                      <a:pt x="3986" y="2269"/>
                    </a:cubicBezTo>
                    <a:cubicBezTo>
                      <a:pt x="4038" y="2269"/>
                      <a:pt x="4091" y="2267"/>
                      <a:pt x="4143" y="2263"/>
                    </a:cubicBezTo>
                    <a:cubicBezTo>
                      <a:pt x="6115" y="2131"/>
                      <a:pt x="7187" y="1602"/>
                      <a:pt x="7187" y="1602"/>
                    </a:cubicBezTo>
                    <a:cubicBezTo>
                      <a:pt x="7187" y="1602"/>
                      <a:pt x="6234" y="450"/>
                      <a:pt x="4739" y="437"/>
                    </a:cubicBezTo>
                    <a:cubicBezTo>
                      <a:pt x="4540" y="432"/>
                      <a:pt x="4351" y="429"/>
                      <a:pt x="4172" y="429"/>
                    </a:cubicBezTo>
                    <a:cubicBezTo>
                      <a:pt x="3242" y="429"/>
                      <a:pt x="2558" y="489"/>
                      <a:pt x="1969" y="489"/>
                    </a:cubicBezTo>
                    <a:cubicBezTo>
                      <a:pt x="1824" y="489"/>
                      <a:pt x="1685" y="486"/>
                      <a:pt x="1549" y="477"/>
                    </a:cubicBezTo>
                    <a:cubicBezTo>
                      <a:pt x="755" y="437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4996925" y="4803971"/>
                <a:ext cx="294897" cy="139950"/>
              </a:xfrm>
              <a:custGeom>
                <a:avLst/>
                <a:gdLst/>
                <a:ahLst/>
                <a:cxnLst/>
                <a:rect l="l" t="t" r="r" b="b"/>
                <a:pathLst>
                  <a:path w="4798" h="2277" extrusionOk="0">
                    <a:moveTo>
                      <a:pt x="4798" y="0"/>
                    </a:moveTo>
                    <a:cubicBezTo>
                      <a:pt x="4467" y="53"/>
                      <a:pt x="4136" y="119"/>
                      <a:pt x="3871" y="252"/>
                    </a:cubicBezTo>
                    <a:cubicBezTo>
                      <a:pt x="2971" y="702"/>
                      <a:pt x="2733" y="847"/>
                      <a:pt x="1939" y="1231"/>
                    </a:cubicBezTo>
                    <a:cubicBezTo>
                      <a:pt x="1193" y="1573"/>
                      <a:pt x="414" y="1791"/>
                      <a:pt x="163" y="1791"/>
                    </a:cubicBezTo>
                    <a:cubicBezTo>
                      <a:pt x="143" y="1791"/>
                      <a:pt x="126" y="1790"/>
                      <a:pt x="112" y="1787"/>
                    </a:cubicBezTo>
                    <a:cubicBezTo>
                      <a:pt x="111" y="1787"/>
                      <a:pt x="110" y="1787"/>
                      <a:pt x="109" y="1787"/>
                    </a:cubicBezTo>
                    <a:cubicBezTo>
                      <a:pt x="0" y="1787"/>
                      <a:pt x="860" y="2276"/>
                      <a:pt x="2094" y="2276"/>
                    </a:cubicBezTo>
                    <a:cubicBezTo>
                      <a:pt x="2362" y="2276"/>
                      <a:pt x="2648" y="2253"/>
                      <a:pt x="2945" y="2197"/>
                    </a:cubicBezTo>
                    <a:cubicBezTo>
                      <a:pt x="3540" y="2091"/>
                      <a:pt x="4202" y="1787"/>
                      <a:pt x="4798" y="1443"/>
                    </a:cubicBezTo>
                    <a:lnTo>
                      <a:pt x="47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4845973" y="4471213"/>
                <a:ext cx="274246" cy="63552"/>
              </a:xfrm>
              <a:custGeom>
                <a:avLst/>
                <a:gdLst/>
                <a:ahLst/>
                <a:cxnLst/>
                <a:rect l="l" t="t" r="r" b="b"/>
                <a:pathLst>
                  <a:path w="4462" h="1034" extrusionOk="0">
                    <a:moveTo>
                      <a:pt x="1" y="1"/>
                    </a:moveTo>
                    <a:cubicBezTo>
                      <a:pt x="707" y="766"/>
                      <a:pt x="1548" y="936"/>
                      <a:pt x="2327" y="936"/>
                    </a:cubicBezTo>
                    <a:cubicBezTo>
                      <a:pt x="2613" y="936"/>
                      <a:pt x="2891" y="913"/>
                      <a:pt x="3151" y="888"/>
                    </a:cubicBezTo>
                    <a:cubicBezTo>
                      <a:pt x="3321" y="869"/>
                      <a:pt x="3472" y="862"/>
                      <a:pt x="3605" y="862"/>
                    </a:cubicBezTo>
                    <a:cubicBezTo>
                      <a:pt x="4235" y="862"/>
                      <a:pt x="4461" y="1033"/>
                      <a:pt x="4461" y="1033"/>
                    </a:cubicBezTo>
                    <a:cubicBezTo>
                      <a:pt x="4183" y="723"/>
                      <a:pt x="3618" y="325"/>
                      <a:pt x="2817" y="325"/>
                    </a:cubicBezTo>
                    <a:cubicBezTo>
                      <a:pt x="2628" y="325"/>
                      <a:pt x="2426" y="348"/>
                      <a:pt x="2211" y="398"/>
                    </a:cubicBezTo>
                    <a:cubicBezTo>
                      <a:pt x="2031" y="439"/>
                      <a:pt x="1850" y="456"/>
                      <a:pt x="1675" y="456"/>
                    </a:cubicBezTo>
                    <a:cubicBezTo>
                      <a:pt x="772" y="456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4888321" y="4100286"/>
                <a:ext cx="198524" cy="357159"/>
              </a:xfrm>
              <a:custGeom>
                <a:avLst/>
                <a:gdLst/>
                <a:ahLst/>
                <a:cxnLst/>
                <a:rect l="l" t="t" r="r" b="b"/>
                <a:pathLst>
                  <a:path w="3230" h="5811" extrusionOk="0">
                    <a:moveTo>
                      <a:pt x="0" y="1"/>
                    </a:moveTo>
                    <a:cubicBezTo>
                      <a:pt x="0" y="1"/>
                      <a:pt x="530" y="1099"/>
                      <a:pt x="1324" y="2251"/>
                    </a:cubicBezTo>
                    <a:cubicBezTo>
                      <a:pt x="2118" y="3415"/>
                      <a:pt x="3057" y="5626"/>
                      <a:pt x="2978" y="5692"/>
                    </a:cubicBezTo>
                    <a:lnTo>
                      <a:pt x="3110" y="5811"/>
                    </a:lnTo>
                    <a:cubicBezTo>
                      <a:pt x="3110" y="5811"/>
                      <a:pt x="3229" y="4580"/>
                      <a:pt x="2660" y="3032"/>
                    </a:cubicBezTo>
                    <a:cubicBezTo>
                      <a:pt x="2118" y="1457"/>
                      <a:pt x="1165" y="477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4724769" y="4347058"/>
                <a:ext cx="296987" cy="63245"/>
              </a:xfrm>
              <a:custGeom>
                <a:avLst/>
                <a:gdLst/>
                <a:ahLst/>
                <a:cxnLst/>
                <a:rect l="l" t="t" r="r" b="b"/>
                <a:pathLst>
                  <a:path w="4832" h="1029" extrusionOk="0">
                    <a:moveTo>
                      <a:pt x="2522" y="1"/>
                    </a:moveTo>
                    <a:cubicBezTo>
                      <a:pt x="1484" y="1"/>
                      <a:pt x="747" y="266"/>
                      <a:pt x="276" y="266"/>
                    </a:cubicBezTo>
                    <a:cubicBezTo>
                      <a:pt x="171" y="266"/>
                      <a:pt x="80" y="253"/>
                      <a:pt x="1" y="221"/>
                    </a:cubicBezTo>
                    <a:lnTo>
                      <a:pt x="1" y="221"/>
                    </a:lnTo>
                    <a:cubicBezTo>
                      <a:pt x="1" y="221"/>
                      <a:pt x="1219" y="1029"/>
                      <a:pt x="2570" y="1029"/>
                    </a:cubicBezTo>
                    <a:cubicBezTo>
                      <a:pt x="2592" y="1029"/>
                      <a:pt x="2613" y="1029"/>
                      <a:pt x="2635" y="1028"/>
                    </a:cubicBezTo>
                    <a:cubicBezTo>
                      <a:pt x="3998" y="1002"/>
                      <a:pt x="4832" y="724"/>
                      <a:pt x="4832" y="724"/>
                    </a:cubicBezTo>
                    <a:cubicBezTo>
                      <a:pt x="4832" y="724"/>
                      <a:pt x="4580" y="168"/>
                      <a:pt x="3032" y="22"/>
                    </a:cubicBezTo>
                    <a:cubicBezTo>
                      <a:pt x="2854" y="7"/>
                      <a:pt x="2685" y="1"/>
                      <a:pt x="252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4686540" y="4034398"/>
                <a:ext cx="235156" cy="245727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3998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689" y="715"/>
                      <a:pt x="1430" y="1880"/>
                    </a:cubicBezTo>
                    <a:cubicBezTo>
                      <a:pt x="2171" y="3058"/>
                      <a:pt x="3601" y="3998"/>
                      <a:pt x="3601" y="3998"/>
                    </a:cubicBezTo>
                    <a:cubicBezTo>
                      <a:pt x="3826" y="238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4502705" y="4133845"/>
                <a:ext cx="333557" cy="140196"/>
              </a:xfrm>
              <a:custGeom>
                <a:avLst/>
                <a:gdLst/>
                <a:ahLst/>
                <a:cxnLst/>
                <a:rect l="l" t="t" r="r" b="b"/>
                <a:pathLst>
                  <a:path w="5427" h="2281" extrusionOk="0">
                    <a:moveTo>
                      <a:pt x="1" y="328"/>
                    </a:moveTo>
                    <a:cubicBezTo>
                      <a:pt x="1" y="328"/>
                      <a:pt x="1" y="329"/>
                      <a:pt x="1" y="329"/>
                    </a:cubicBezTo>
                    <a:cubicBezTo>
                      <a:pt x="2" y="329"/>
                      <a:pt x="2" y="328"/>
                      <a:pt x="3" y="328"/>
                    </a:cubicBezTo>
                    <a:lnTo>
                      <a:pt x="3" y="328"/>
                    </a:lnTo>
                    <a:cubicBezTo>
                      <a:pt x="2" y="328"/>
                      <a:pt x="1" y="328"/>
                      <a:pt x="1" y="328"/>
                    </a:cubicBezTo>
                    <a:close/>
                    <a:moveTo>
                      <a:pt x="1571" y="0"/>
                    </a:moveTo>
                    <a:cubicBezTo>
                      <a:pt x="640" y="0"/>
                      <a:pt x="44" y="317"/>
                      <a:pt x="3" y="328"/>
                    </a:cubicBezTo>
                    <a:lnTo>
                      <a:pt x="3" y="328"/>
                    </a:lnTo>
                    <a:cubicBezTo>
                      <a:pt x="1179" y="369"/>
                      <a:pt x="1854" y="1348"/>
                      <a:pt x="3031" y="2022"/>
                    </a:cubicBezTo>
                    <a:cubicBezTo>
                      <a:pt x="3356" y="2213"/>
                      <a:pt x="3688" y="2281"/>
                      <a:pt x="3997" y="2281"/>
                    </a:cubicBezTo>
                    <a:cubicBezTo>
                      <a:pt x="4785" y="2281"/>
                      <a:pt x="5427" y="1837"/>
                      <a:pt x="5427" y="1837"/>
                    </a:cubicBezTo>
                    <a:cubicBezTo>
                      <a:pt x="3937" y="361"/>
                      <a:pt x="2563" y="0"/>
                      <a:pt x="15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4632022" y="4173857"/>
                <a:ext cx="660599" cy="565086"/>
              </a:xfrm>
              <a:custGeom>
                <a:avLst/>
                <a:gdLst/>
                <a:ahLst/>
                <a:cxnLst/>
                <a:rect l="l" t="t" r="r" b="b"/>
                <a:pathLst>
                  <a:path w="10748" h="9194" extrusionOk="0">
                    <a:moveTo>
                      <a:pt x="2856" y="1"/>
                    </a:moveTo>
                    <a:cubicBezTo>
                      <a:pt x="2830" y="1"/>
                      <a:pt x="2801" y="40"/>
                      <a:pt x="2833" y="61"/>
                    </a:cubicBezTo>
                    <a:lnTo>
                      <a:pt x="3032" y="313"/>
                    </a:lnTo>
                    <a:cubicBezTo>
                      <a:pt x="3098" y="392"/>
                      <a:pt x="3177" y="458"/>
                      <a:pt x="3244" y="538"/>
                    </a:cubicBezTo>
                    <a:lnTo>
                      <a:pt x="3694" y="988"/>
                    </a:lnTo>
                    <a:lnTo>
                      <a:pt x="4382" y="1689"/>
                    </a:lnTo>
                    <a:cubicBezTo>
                      <a:pt x="4117" y="1517"/>
                      <a:pt x="3852" y="1358"/>
                      <a:pt x="3588" y="1226"/>
                    </a:cubicBezTo>
                    <a:cubicBezTo>
                      <a:pt x="2595" y="710"/>
                      <a:pt x="1523" y="365"/>
                      <a:pt x="411" y="193"/>
                    </a:cubicBezTo>
                    <a:cubicBezTo>
                      <a:pt x="279" y="167"/>
                      <a:pt x="147" y="140"/>
                      <a:pt x="14" y="140"/>
                    </a:cubicBezTo>
                    <a:cubicBezTo>
                      <a:pt x="1" y="140"/>
                      <a:pt x="1" y="167"/>
                      <a:pt x="1" y="167"/>
                    </a:cubicBezTo>
                    <a:cubicBezTo>
                      <a:pt x="544" y="299"/>
                      <a:pt x="1086" y="405"/>
                      <a:pt x="1616" y="577"/>
                    </a:cubicBezTo>
                    <a:cubicBezTo>
                      <a:pt x="2172" y="736"/>
                      <a:pt x="2674" y="935"/>
                      <a:pt x="3191" y="1186"/>
                    </a:cubicBezTo>
                    <a:cubicBezTo>
                      <a:pt x="4197" y="1663"/>
                      <a:pt x="5123" y="2311"/>
                      <a:pt x="5891" y="3118"/>
                    </a:cubicBezTo>
                    <a:cubicBezTo>
                      <a:pt x="5970" y="3224"/>
                      <a:pt x="6049" y="3304"/>
                      <a:pt x="6142" y="3410"/>
                    </a:cubicBezTo>
                    <a:cubicBezTo>
                      <a:pt x="6049" y="3370"/>
                      <a:pt x="5957" y="3343"/>
                      <a:pt x="5877" y="3317"/>
                    </a:cubicBezTo>
                    <a:cubicBezTo>
                      <a:pt x="5560" y="3251"/>
                      <a:pt x="5229" y="3238"/>
                      <a:pt x="4911" y="3224"/>
                    </a:cubicBezTo>
                    <a:cubicBezTo>
                      <a:pt x="4713" y="3224"/>
                      <a:pt x="4501" y="3224"/>
                      <a:pt x="4302" y="3251"/>
                    </a:cubicBezTo>
                    <a:cubicBezTo>
                      <a:pt x="4263" y="3251"/>
                      <a:pt x="4249" y="3317"/>
                      <a:pt x="4302" y="3343"/>
                    </a:cubicBezTo>
                    <a:cubicBezTo>
                      <a:pt x="4488" y="3370"/>
                      <a:pt x="4647" y="3370"/>
                      <a:pt x="4832" y="3383"/>
                    </a:cubicBezTo>
                    <a:cubicBezTo>
                      <a:pt x="4991" y="3410"/>
                      <a:pt x="5176" y="3410"/>
                      <a:pt x="5348" y="3423"/>
                    </a:cubicBezTo>
                    <a:cubicBezTo>
                      <a:pt x="5626" y="3436"/>
                      <a:pt x="5904" y="3489"/>
                      <a:pt x="6169" y="3582"/>
                    </a:cubicBezTo>
                    <a:lnTo>
                      <a:pt x="6367" y="3688"/>
                    </a:lnTo>
                    <a:cubicBezTo>
                      <a:pt x="6883" y="4310"/>
                      <a:pt x="7333" y="4998"/>
                      <a:pt x="7770" y="5673"/>
                    </a:cubicBezTo>
                    <a:cubicBezTo>
                      <a:pt x="7677" y="5620"/>
                      <a:pt x="7545" y="5567"/>
                      <a:pt x="7426" y="5540"/>
                    </a:cubicBezTo>
                    <a:cubicBezTo>
                      <a:pt x="7108" y="5461"/>
                      <a:pt x="6764" y="5408"/>
                      <a:pt x="6433" y="5395"/>
                    </a:cubicBezTo>
                    <a:lnTo>
                      <a:pt x="6155" y="5395"/>
                    </a:lnTo>
                    <a:cubicBezTo>
                      <a:pt x="6102" y="5395"/>
                      <a:pt x="6049" y="5408"/>
                      <a:pt x="6010" y="5408"/>
                    </a:cubicBezTo>
                    <a:cubicBezTo>
                      <a:pt x="5957" y="5421"/>
                      <a:pt x="5904" y="5421"/>
                      <a:pt x="5851" y="5435"/>
                    </a:cubicBezTo>
                    <a:cubicBezTo>
                      <a:pt x="5811" y="5435"/>
                      <a:pt x="5824" y="5488"/>
                      <a:pt x="5851" y="5501"/>
                    </a:cubicBezTo>
                    <a:cubicBezTo>
                      <a:pt x="5944" y="5527"/>
                      <a:pt x="6023" y="5527"/>
                      <a:pt x="6102" y="5527"/>
                    </a:cubicBezTo>
                    <a:cubicBezTo>
                      <a:pt x="6182" y="5540"/>
                      <a:pt x="6274" y="5540"/>
                      <a:pt x="6354" y="5540"/>
                    </a:cubicBezTo>
                    <a:lnTo>
                      <a:pt x="6844" y="5593"/>
                    </a:lnTo>
                    <a:cubicBezTo>
                      <a:pt x="7148" y="5620"/>
                      <a:pt x="7466" y="5686"/>
                      <a:pt x="7730" y="5818"/>
                    </a:cubicBezTo>
                    <a:cubicBezTo>
                      <a:pt x="7797" y="5858"/>
                      <a:pt x="7863" y="5885"/>
                      <a:pt x="7929" y="5938"/>
                    </a:cubicBezTo>
                    <a:cubicBezTo>
                      <a:pt x="7942" y="5951"/>
                      <a:pt x="7969" y="5964"/>
                      <a:pt x="7995" y="5990"/>
                    </a:cubicBezTo>
                    <a:cubicBezTo>
                      <a:pt x="8061" y="6096"/>
                      <a:pt x="8141" y="6215"/>
                      <a:pt x="8220" y="6335"/>
                    </a:cubicBezTo>
                    <a:cubicBezTo>
                      <a:pt x="8802" y="7182"/>
                      <a:pt x="9451" y="7989"/>
                      <a:pt x="10192" y="8704"/>
                    </a:cubicBezTo>
                    <a:cubicBezTo>
                      <a:pt x="10113" y="8677"/>
                      <a:pt x="10007" y="8664"/>
                      <a:pt x="9927" y="8651"/>
                    </a:cubicBezTo>
                    <a:cubicBezTo>
                      <a:pt x="9716" y="8611"/>
                      <a:pt x="9491" y="8585"/>
                      <a:pt x="9279" y="8571"/>
                    </a:cubicBezTo>
                    <a:cubicBezTo>
                      <a:pt x="8930" y="8539"/>
                      <a:pt x="8564" y="8515"/>
                      <a:pt x="8202" y="8515"/>
                    </a:cubicBezTo>
                    <a:cubicBezTo>
                      <a:pt x="8124" y="8515"/>
                      <a:pt x="8046" y="8516"/>
                      <a:pt x="7969" y="8518"/>
                    </a:cubicBezTo>
                    <a:lnTo>
                      <a:pt x="7227" y="8571"/>
                    </a:lnTo>
                    <a:cubicBezTo>
                      <a:pt x="7201" y="8585"/>
                      <a:pt x="7201" y="8637"/>
                      <a:pt x="7227" y="8637"/>
                    </a:cubicBezTo>
                    <a:cubicBezTo>
                      <a:pt x="7664" y="8664"/>
                      <a:pt x="8101" y="8677"/>
                      <a:pt x="8538" y="8704"/>
                    </a:cubicBezTo>
                    <a:cubicBezTo>
                      <a:pt x="8961" y="8717"/>
                      <a:pt x="9398" y="8743"/>
                      <a:pt x="9822" y="8810"/>
                    </a:cubicBezTo>
                    <a:cubicBezTo>
                      <a:pt x="9941" y="8836"/>
                      <a:pt x="10073" y="8862"/>
                      <a:pt x="10192" y="8876"/>
                    </a:cubicBezTo>
                    <a:cubicBezTo>
                      <a:pt x="10258" y="8902"/>
                      <a:pt x="10311" y="8902"/>
                      <a:pt x="10377" y="8915"/>
                    </a:cubicBezTo>
                    <a:lnTo>
                      <a:pt x="10417" y="8915"/>
                    </a:lnTo>
                    <a:cubicBezTo>
                      <a:pt x="10536" y="9008"/>
                      <a:pt x="10642" y="9114"/>
                      <a:pt x="10748" y="9193"/>
                    </a:cubicBezTo>
                    <a:lnTo>
                      <a:pt x="10748" y="8942"/>
                    </a:lnTo>
                    <a:cubicBezTo>
                      <a:pt x="10391" y="8637"/>
                      <a:pt x="10020" y="8320"/>
                      <a:pt x="9716" y="7949"/>
                    </a:cubicBezTo>
                    <a:cubicBezTo>
                      <a:pt x="9689" y="7949"/>
                      <a:pt x="9689" y="7936"/>
                      <a:pt x="9689" y="7936"/>
                    </a:cubicBezTo>
                    <a:cubicBezTo>
                      <a:pt x="9623" y="7857"/>
                      <a:pt x="9597" y="7751"/>
                      <a:pt x="9544" y="7671"/>
                    </a:cubicBezTo>
                    <a:cubicBezTo>
                      <a:pt x="9451" y="7486"/>
                      <a:pt x="9385" y="7314"/>
                      <a:pt x="9332" y="7115"/>
                    </a:cubicBezTo>
                    <a:cubicBezTo>
                      <a:pt x="9213" y="6718"/>
                      <a:pt x="9160" y="6321"/>
                      <a:pt x="9120" y="5898"/>
                    </a:cubicBezTo>
                    <a:cubicBezTo>
                      <a:pt x="9094" y="5765"/>
                      <a:pt x="9080" y="5660"/>
                      <a:pt x="9067" y="5540"/>
                    </a:cubicBezTo>
                    <a:cubicBezTo>
                      <a:pt x="9067" y="5474"/>
                      <a:pt x="9054" y="5421"/>
                      <a:pt x="9027" y="5355"/>
                    </a:cubicBezTo>
                    <a:cubicBezTo>
                      <a:pt x="9014" y="5289"/>
                      <a:pt x="9001" y="5236"/>
                      <a:pt x="8988" y="5170"/>
                    </a:cubicBezTo>
                    <a:cubicBezTo>
                      <a:pt x="8974" y="5157"/>
                      <a:pt x="8958" y="5150"/>
                      <a:pt x="8945" y="5150"/>
                    </a:cubicBezTo>
                    <a:cubicBezTo>
                      <a:pt x="8931" y="5150"/>
                      <a:pt x="8922" y="5157"/>
                      <a:pt x="8922" y="5170"/>
                    </a:cubicBezTo>
                    <a:lnTo>
                      <a:pt x="8922" y="5329"/>
                    </a:lnTo>
                    <a:lnTo>
                      <a:pt x="8922" y="5488"/>
                    </a:lnTo>
                    <a:cubicBezTo>
                      <a:pt x="8935" y="5607"/>
                      <a:pt x="8935" y="5699"/>
                      <a:pt x="8948" y="5818"/>
                    </a:cubicBezTo>
                    <a:cubicBezTo>
                      <a:pt x="8961" y="6017"/>
                      <a:pt x="9001" y="6229"/>
                      <a:pt x="9027" y="6454"/>
                    </a:cubicBezTo>
                    <a:cubicBezTo>
                      <a:pt x="9080" y="6811"/>
                      <a:pt x="9160" y="7182"/>
                      <a:pt x="9319" y="7513"/>
                    </a:cubicBezTo>
                    <a:cubicBezTo>
                      <a:pt x="9027" y="7182"/>
                      <a:pt x="8789" y="6851"/>
                      <a:pt x="8538" y="6493"/>
                    </a:cubicBezTo>
                    <a:cubicBezTo>
                      <a:pt x="8154" y="5938"/>
                      <a:pt x="7770" y="5355"/>
                      <a:pt x="7399" y="4799"/>
                    </a:cubicBezTo>
                    <a:cubicBezTo>
                      <a:pt x="7347" y="4667"/>
                      <a:pt x="7307" y="4535"/>
                      <a:pt x="7267" y="4402"/>
                    </a:cubicBezTo>
                    <a:cubicBezTo>
                      <a:pt x="7201" y="4164"/>
                      <a:pt x="7108" y="3939"/>
                      <a:pt x="7042" y="3701"/>
                    </a:cubicBezTo>
                    <a:cubicBezTo>
                      <a:pt x="6910" y="3251"/>
                      <a:pt x="6764" y="2788"/>
                      <a:pt x="6566" y="2364"/>
                    </a:cubicBezTo>
                    <a:cubicBezTo>
                      <a:pt x="6513" y="2245"/>
                      <a:pt x="6447" y="2126"/>
                      <a:pt x="6380" y="2020"/>
                    </a:cubicBezTo>
                    <a:cubicBezTo>
                      <a:pt x="6314" y="1901"/>
                      <a:pt x="6235" y="1782"/>
                      <a:pt x="6155" y="1689"/>
                    </a:cubicBezTo>
                    <a:cubicBezTo>
                      <a:pt x="6144" y="1677"/>
                      <a:pt x="6130" y="1673"/>
                      <a:pt x="6117" y="1673"/>
                    </a:cubicBezTo>
                    <a:cubicBezTo>
                      <a:pt x="6086" y="1673"/>
                      <a:pt x="6061" y="1701"/>
                      <a:pt x="6089" y="1729"/>
                    </a:cubicBezTo>
                    <a:cubicBezTo>
                      <a:pt x="6208" y="1927"/>
                      <a:pt x="6314" y="2152"/>
                      <a:pt x="6420" y="2364"/>
                    </a:cubicBezTo>
                    <a:cubicBezTo>
                      <a:pt x="6513" y="2563"/>
                      <a:pt x="6605" y="2788"/>
                      <a:pt x="6685" y="3013"/>
                    </a:cubicBezTo>
                    <a:cubicBezTo>
                      <a:pt x="6844" y="3476"/>
                      <a:pt x="6963" y="3939"/>
                      <a:pt x="7135" y="4376"/>
                    </a:cubicBezTo>
                    <a:cubicBezTo>
                      <a:pt x="7148" y="4402"/>
                      <a:pt x="7148" y="4429"/>
                      <a:pt x="7161" y="4468"/>
                    </a:cubicBezTo>
                    <a:cubicBezTo>
                      <a:pt x="6870" y="4071"/>
                      <a:pt x="6566" y="3674"/>
                      <a:pt x="6235" y="3290"/>
                    </a:cubicBezTo>
                    <a:cubicBezTo>
                      <a:pt x="5838" y="2840"/>
                      <a:pt x="5414" y="2443"/>
                      <a:pt x="4924" y="2086"/>
                    </a:cubicBezTo>
                    <a:cubicBezTo>
                      <a:pt x="4911" y="2086"/>
                      <a:pt x="4911" y="2060"/>
                      <a:pt x="4911" y="2060"/>
                    </a:cubicBezTo>
                    <a:cubicBezTo>
                      <a:pt x="4845" y="1980"/>
                      <a:pt x="4766" y="1914"/>
                      <a:pt x="4699" y="1835"/>
                    </a:cubicBezTo>
                    <a:cubicBezTo>
                      <a:pt x="4567" y="1689"/>
                      <a:pt x="4422" y="1530"/>
                      <a:pt x="4263" y="1385"/>
                    </a:cubicBezTo>
                    <a:cubicBezTo>
                      <a:pt x="3985" y="1093"/>
                      <a:pt x="3694" y="789"/>
                      <a:pt x="3389" y="498"/>
                    </a:cubicBezTo>
                    <a:lnTo>
                      <a:pt x="3138" y="246"/>
                    </a:lnTo>
                    <a:cubicBezTo>
                      <a:pt x="3058" y="167"/>
                      <a:pt x="2979" y="101"/>
                      <a:pt x="2873" y="8"/>
                    </a:cubicBezTo>
                    <a:cubicBezTo>
                      <a:pt x="2868" y="3"/>
                      <a:pt x="2862" y="1"/>
                      <a:pt x="28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9" name="Google Shape;179;p7"/>
            <p:cNvSpPr/>
            <p:nvPr/>
          </p:nvSpPr>
          <p:spPr>
            <a:xfrm>
              <a:off x="4587643" y="4457042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8612300" y="1962450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" name="Google Shape;181;p7"/>
          <p:cNvSpPr txBox="1">
            <a:spLocks noGrp="1"/>
          </p:cNvSpPr>
          <p:nvPr>
            <p:ph type="title"/>
          </p:nvPr>
        </p:nvSpPr>
        <p:spPr>
          <a:xfrm>
            <a:off x="4013601" y="1098775"/>
            <a:ext cx="44175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7"/>
          <p:cNvSpPr txBox="1">
            <a:spLocks noGrp="1"/>
          </p:cNvSpPr>
          <p:nvPr>
            <p:ph type="body" idx="1"/>
          </p:nvPr>
        </p:nvSpPr>
        <p:spPr>
          <a:xfrm>
            <a:off x="4013616" y="1747325"/>
            <a:ext cx="4417500" cy="22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1672931" y="1576643"/>
            <a:ext cx="1822701" cy="307804"/>
          </a:xfrm>
          <a:custGeom>
            <a:avLst/>
            <a:gdLst/>
            <a:ahLst/>
            <a:cxnLst/>
            <a:rect l="l" t="t" r="r" b="b"/>
            <a:pathLst>
              <a:path w="21637" h="3654" extrusionOk="0">
                <a:moveTo>
                  <a:pt x="10155" y="1"/>
                </a:moveTo>
                <a:cubicBezTo>
                  <a:pt x="10110" y="1"/>
                  <a:pt x="10065" y="2"/>
                  <a:pt x="10020" y="3"/>
                </a:cubicBezTo>
                <a:cubicBezTo>
                  <a:pt x="8233" y="69"/>
                  <a:pt x="6499" y="1062"/>
                  <a:pt x="5573" y="1697"/>
                </a:cubicBezTo>
                <a:cubicBezTo>
                  <a:pt x="5123" y="2015"/>
                  <a:pt x="4580" y="2174"/>
                  <a:pt x="4024" y="2187"/>
                </a:cubicBezTo>
                <a:cubicBezTo>
                  <a:pt x="3667" y="2187"/>
                  <a:pt x="3230" y="2213"/>
                  <a:pt x="2648" y="2240"/>
                </a:cubicBezTo>
                <a:cubicBezTo>
                  <a:pt x="1086" y="2346"/>
                  <a:pt x="1" y="3577"/>
                  <a:pt x="1" y="3577"/>
                </a:cubicBezTo>
                <a:cubicBezTo>
                  <a:pt x="1" y="3577"/>
                  <a:pt x="9648" y="3653"/>
                  <a:pt x="16048" y="3653"/>
                </a:cubicBezTo>
                <a:cubicBezTo>
                  <a:pt x="19248" y="3653"/>
                  <a:pt x="21636" y="3634"/>
                  <a:pt x="21601" y="3577"/>
                </a:cubicBezTo>
                <a:cubicBezTo>
                  <a:pt x="21045" y="2716"/>
                  <a:pt x="20145" y="2041"/>
                  <a:pt x="18808" y="2041"/>
                </a:cubicBezTo>
                <a:cubicBezTo>
                  <a:pt x="17557" y="2041"/>
                  <a:pt x="17315" y="2633"/>
                  <a:pt x="16258" y="2633"/>
                </a:cubicBezTo>
                <a:cubicBezTo>
                  <a:pt x="16186" y="2633"/>
                  <a:pt x="16110" y="2630"/>
                  <a:pt x="16029" y="2624"/>
                </a:cubicBezTo>
                <a:cubicBezTo>
                  <a:pt x="14780" y="2546"/>
                  <a:pt x="12714" y="1"/>
                  <a:pt x="10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13236" y="986091"/>
            <a:ext cx="1443958" cy="343942"/>
          </a:xfrm>
          <a:custGeom>
            <a:avLst/>
            <a:gdLst/>
            <a:ahLst/>
            <a:cxnLst/>
            <a:rect l="l" t="t" r="r" b="b"/>
            <a:pathLst>
              <a:path w="17141" h="4083" extrusionOk="0">
                <a:moveTo>
                  <a:pt x="7584" y="1"/>
                </a:moveTo>
                <a:cubicBezTo>
                  <a:pt x="7516" y="1"/>
                  <a:pt x="7445" y="3"/>
                  <a:pt x="7373" y="6"/>
                </a:cubicBezTo>
                <a:cubicBezTo>
                  <a:pt x="4673" y="139"/>
                  <a:pt x="3773" y="2826"/>
                  <a:pt x="3217" y="3104"/>
                </a:cubicBezTo>
                <a:cubicBezTo>
                  <a:pt x="2991" y="3214"/>
                  <a:pt x="2797" y="3247"/>
                  <a:pt x="2593" y="3247"/>
                </a:cubicBezTo>
                <a:cubicBezTo>
                  <a:pt x="2283" y="3247"/>
                  <a:pt x="1952" y="3170"/>
                  <a:pt x="1456" y="3170"/>
                </a:cubicBezTo>
                <a:cubicBezTo>
                  <a:pt x="649" y="3170"/>
                  <a:pt x="0" y="4083"/>
                  <a:pt x="0" y="4083"/>
                </a:cubicBezTo>
                <a:lnTo>
                  <a:pt x="17140" y="4083"/>
                </a:lnTo>
                <a:cubicBezTo>
                  <a:pt x="17140" y="4083"/>
                  <a:pt x="16227" y="2045"/>
                  <a:pt x="14559" y="1912"/>
                </a:cubicBezTo>
                <a:cubicBezTo>
                  <a:pt x="14466" y="1905"/>
                  <a:pt x="14378" y="1901"/>
                  <a:pt x="14294" y="1901"/>
                </a:cubicBezTo>
                <a:cubicBezTo>
                  <a:pt x="13000" y="1901"/>
                  <a:pt x="12705" y="2720"/>
                  <a:pt x="11688" y="2720"/>
                </a:cubicBezTo>
                <a:cubicBezTo>
                  <a:pt x="11585" y="2720"/>
                  <a:pt x="11475" y="2712"/>
                  <a:pt x="11356" y="2693"/>
                </a:cubicBezTo>
                <a:cubicBezTo>
                  <a:pt x="10017" y="2487"/>
                  <a:pt x="10056" y="1"/>
                  <a:pt x="75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8"/>
          <p:cNvGrpSpPr/>
          <p:nvPr/>
        </p:nvGrpSpPr>
        <p:grpSpPr>
          <a:xfrm>
            <a:off x="-516909" y="127253"/>
            <a:ext cx="10093796" cy="6062612"/>
            <a:chOff x="-516909" y="127253"/>
            <a:chExt cx="10093796" cy="6062612"/>
          </a:xfrm>
        </p:grpSpPr>
        <p:grpSp>
          <p:nvGrpSpPr>
            <p:cNvPr id="187" name="Google Shape;187;p8"/>
            <p:cNvGrpSpPr/>
            <p:nvPr/>
          </p:nvGrpSpPr>
          <p:grpSpPr>
            <a:xfrm flipH="1">
              <a:off x="8185286" y="400103"/>
              <a:ext cx="1144189" cy="2690303"/>
              <a:chOff x="859147" y="1654998"/>
              <a:chExt cx="647569" cy="1522612"/>
            </a:xfrm>
          </p:grpSpPr>
          <p:sp>
            <p:nvSpPr>
              <p:cNvPr id="188" name="Google Shape;188;p8"/>
              <p:cNvSpPr/>
              <p:nvPr/>
            </p:nvSpPr>
            <p:spPr>
              <a:xfrm>
                <a:off x="889264" y="3102072"/>
                <a:ext cx="314872" cy="75537"/>
              </a:xfrm>
              <a:custGeom>
                <a:avLst/>
                <a:gdLst/>
                <a:ahLst/>
                <a:cxnLst/>
                <a:rect l="l" t="t" r="r" b="b"/>
                <a:pathLst>
                  <a:path w="5123" h="1229" extrusionOk="0">
                    <a:moveTo>
                      <a:pt x="2231" y="0"/>
                    </a:moveTo>
                    <a:cubicBezTo>
                      <a:pt x="1374" y="0"/>
                      <a:pt x="525" y="152"/>
                      <a:pt x="0" y="637"/>
                    </a:cubicBezTo>
                    <a:lnTo>
                      <a:pt x="0" y="1087"/>
                    </a:lnTo>
                    <a:cubicBezTo>
                      <a:pt x="389" y="1143"/>
                      <a:pt x="1091" y="1228"/>
                      <a:pt x="1884" y="1228"/>
                    </a:cubicBezTo>
                    <a:cubicBezTo>
                      <a:pt x="2985" y="1228"/>
                      <a:pt x="4261" y="1064"/>
                      <a:pt x="5122" y="426"/>
                    </a:cubicBezTo>
                    <a:cubicBezTo>
                      <a:pt x="5122" y="426"/>
                      <a:pt x="3665" y="0"/>
                      <a:pt x="22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8"/>
              <p:cNvSpPr/>
              <p:nvPr/>
            </p:nvSpPr>
            <p:spPr>
              <a:xfrm>
                <a:off x="888465" y="2867900"/>
                <a:ext cx="407558" cy="215610"/>
              </a:xfrm>
              <a:custGeom>
                <a:avLst/>
                <a:gdLst/>
                <a:ahLst/>
                <a:cxnLst/>
                <a:rect l="l" t="t" r="r" b="b"/>
                <a:pathLst>
                  <a:path w="6631" h="3508" extrusionOk="0">
                    <a:moveTo>
                      <a:pt x="6631" y="0"/>
                    </a:moveTo>
                    <a:lnTo>
                      <a:pt x="6631" y="0"/>
                    </a:lnTo>
                    <a:cubicBezTo>
                      <a:pt x="6631" y="0"/>
                      <a:pt x="1257" y="239"/>
                      <a:pt x="13" y="3230"/>
                    </a:cubicBezTo>
                    <a:lnTo>
                      <a:pt x="0" y="3230"/>
                    </a:lnTo>
                    <a:lnTo>
                      <a:pt x="0" y="3508"/>
                    </a:lnTo>
                    <a:cubicBezTo>
                      <a:pt x="450" y="3494"/>
                      <a:pt x="2330" y="3296"/>
                      <a:pt x="4169" y="1986"/>
                    </a:cubicBezTo>
                    <a:cubicBezTo>
                      <a:pt x="6260" y="477"/>
                      <a:pt x="6631" y="0"/>
                      <a:pt x="66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8"/>
              <p:cNvSpPr/>
              <p:nvPr/>
            </p:nvSpPr>
            <p:spPr>
              <a:xfrm>
                <a:off x="897377" y="2672633"/>
                <a:ext cx="401903" cy="289673"/>
              </a:xfrm>
              <a:custGeom>
                <a:avLst/>
                <a:gdLst/>
                <a:ahLst/>
                <a:cxnLst/>
                <a:rect l="l" t="t" r="r" b="b"/>
                <a:pathLst>
                  <a:path w="6539" h="4713" extrusionOk="0">
                    <a:moveTo>
                      <a:pt x="6539" y="1"/>
                    </a:moveTo>
                    <a:lnTo>
                      <a:pt x="6539" y="1"/>
                    </a:lnTo>
                    <a:cubicBezTo>
                      <a:pt x="6539" y="1"/>
                      <a:pt x="199" y="2621"/>
                      <a:pt x="1" y="4713"/>
                    </a:cubicBezTo>
                    <a:cubicBezTo>
                      <a:pt x="1" y="4713"/>
                      <a:pt x="1615" y="4382"/>
                      <a:pt x="3508" y="2952"/>
                    </a:cubicBezTo>
                    <a:cubicBezTo>
                      <a:pt x="5387" y="1510"/>
                      <a:pt x="6539" y="1"/>
                      <a:pt x="65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8"/>
              <p:cNvSpPr/>
              <p:nvPr/>
            </p:nvSpPr>
            <p:spPr>
              <a:xfrm>
                <a:off x="935607" y="2534343"/>
                <a:ext cx="410078" cy="279101"/>
              </a:xfrm>
              <a:custGeom>
                <a:avLst/>
                <a:gdLst/>
                <a:ahLst/>
                <a:cxnLst/>
                <a:rect l="l" t="t" r="r" b="b"/>
                <a:pathLst>
                  <a:path w="6672" h="4541" extrusionOk="0">
                    <a:moveTo>
                      <a:pt x="6671" y="1"/>
                    </a:moveTo>
                    <a:lnTo>
                      <a:pt x="6671" y="1"/>
                    </a:lnTo>
                    <a:cubicBezTo>
                      <a:pt x="6671" y="1"/>
                      <a:pt x="1033" y="1893"/>
                      <a:pt x="1" y="4540"/>
                    </a:cubicBezTo>
                    <a:cubicBezTo>
                      <a:pt x="1" y="4540"/>
                      <a:pt x="1893" y="4090"/>
                      <a:pt x="3733" y="2886"/>
                    </a:cubicBezTo>
                    <a:cubicBezTo>
                      <a:pt x="5560" y="1668"/>
                      <a:pt x="6671" y="1"/>
                      <a:pt x="66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8"/>
              <p:cNvSpPr/>
              <p:nvPr/>
            </p:nvSpPr>
            <p:spPr>
              <a:xfrm>
                <a:off x="974697" y="2413138"/>
                <a:ext cx="363674" cy="255500"/>
              </a:xfrm>
              <a:custGeom>
                <a:avLst/>
                <a:gdLst/>
                <a:ahLst/>
                <a:cxnLst/>
                <a:rect l="l" t="t" r="r" b="b"/>
                <a:pathLst>
                  <a:path w="5917" h="4157" extrusionOk="0">
                    <a:moveTo>
                      <a:pt x="5916" y="1"/>
                    </a:moveTo>
                    <a:cubicBezTo>
                      <a:pt x="5916" y="1"/>
                      <a:pt x="1218" y="1642"/>
                      <a:pt x="0" y="4157"/>
                    </a:cubicBezTo>
                    <a:cubicBezTo>
                      <a:pt x="0" y="4157"/>
                      <a:pt x="1866" y="3429"/>
                      <a:pt x="3388" y="2211"/>
                    </a:cubicBezTo>
                    <a:cubicBezTo>
                      <a:pt x="4924" y="980"/>
                      <a:pt x="5916" y="1"/>
                      <a:pt x="59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8"/>
              <p:cNvSpPr/>
              <p:nvPr/>
            </p:nvSpPr>
            <p:spPr>
              <a:xfrm>
                <a:off x="1033271" y="2236618"/>
                <a:ext cx="385616" cy="260355"/>
              </a:xfrm>
              <a:custGeom>
                <a:avLst/>
                <a:gdLst/>
                <a:ahLst/>
                <a:cxnLst/>
                <a:rect l="l" t="t" r="r" b="b"/>
                <a:pathLst>
                  <a:path w="6274" h="4236" extrusionOk="0">
                    <a:moveTo>
                      <a:pt x="6274" y="1"/>
                    </a:moveTo>
                    <a:cubicBezTo>
                      <a:pt x="6273" y="1"/>
                      <a:pt x="1773" y="954"/>
                      <a:pt x="0" y="4236"/>
                    </a:cubicBezTo>
                    <a:cubicBezTo>
                      <a:pt x="0" y="4236"/>
                      <a:pt x="1840" y="3839"/>
                      <a:pt x="3362" y="2701"/>
                    </a:cubicBezTo>
                    <a:cubicBezTo>
                      <a:pt x="4897" y="1549"/>
                      <a:pt x="6273" y="1"/>
                      <a:pt x="62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8"/>
              <p:cNvSpPr/>
              <p:nvPr/>
            </p:nvSpPr>
            <p:spPr>
              <a:xfrm>
                <a:off x="1094241" y="2089415"/>
                <a:ext cx="348247" cy="256299"/>
              </a:xfrm>
              <a:custGeom>
                <a:avLst/>
                <a:gdLst/>
                <a:ahLst/>
                <a:cxnLst/>
                <a:rect l="l" t="t" r="r" b="b"/>
                <a:pathLst>
                  <a:path w="5666" h="4170" extrusionOk="0">
                    <a:moveTo>
                      <a:pt x="5665" y="0"/>
                    </a:moveTo>
                    <a:lnTo>
                      <a:pt x="5665" y="0"/>
                    </a:lnTo>
                    <a:cubicBezTo>
                      <a:pt x="5665" y="0"/>
                      <a:pt x="1364" y="1363"/>
                      <a:pt x="1" y="4169"/>
                    </a:cubicBezTo>
                    <a:cubicBezTo>
                      <a:pt x="1" y="4169"/>
                      <a:pt x="1893" y="3507"/>
                      <a:pt x="3309" y="2422"/>
                    </a:cubicBezTo>
                    <a:cubicBezTo>
                      <a:pt x="4726" y="1350"/>
                      <a:pt x="5665" y="0"/>
                      <a:pt x="56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8"/>
              <p:cNvSpPr/>
              <p:nvPr/>
            </p:nvSpPr>
            <p:spPr>
              <a:xfrm>
                <a:off x="1165046" y="1654998"/>
                <a:ext cx="341670" cy="532081"/>
              </a:xfrm>
              <a:custGeom>
                <a:avLst/>
                <a:gdLst/>
                <a:ahLst/>
                <a:cxnLst/>
                <a:rect l="l" t="t" r="r" b="b"/>
                <a:pathLst>
                  <a:path w="5559" h="8657" extrusionOk="0">
                    <a:moveTo>
                      <a:pt x="5559" y="0"/>
                    </a:moveTo>
                    <a:cubicBezTo>
                      <a:pt x="5559" y="1"/>
                      <a:pt x="397" y="3931"/>
                      <a:pt x="0" y="8656"/>
                    </a:cubicBezTo>
                    <a:cubicBezTo>
                      <a:pt x="0" y="8656"/>
                      <a:pt x="2091" y="7902"/>
                      <a:pt x="3243" y="5745"/>
                    </a:cubicBezTo>
                    <a:cubicBezTo>
                      <a:pt x="4381" y="3574"/>
                      <a:pt x="5559" y="1"/>
                      <a:pt x="55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8"/>
              <p:cNvSpPr/>
              <p:nvPr/>
            </p:nvSpPr>
            <p:spPr>
              <a:xfrm>
                <a:off x="889264" y="2793039"/>
                <a:ext cx="32575" cy="120467"/>
              </a:xfrm>
              <a:custGeom>
                <a:avLst/>
                <a:gdLst/>
                <a:ahLst/>
                <a:cxnLst/>
                <a:rect l="l" t="t" r="r" b="b"/>
                <a:pathLst>
                  <a:path w="530" h="1960" extrusionOk="0">
                    <a:moveTo>
                      <a:pt x="0" y="1"/>
                    </a:moveTo>
                    <a:lnTo>
                      <a:pt x="0" y="1893"/>
                    </a:lnTo>
                    <a:cubicBezTo>
                      <a:pt x="93" y="1920"/>
                      <a:pt x="172" y="1946"/>
                      <a:pt x="265" y="1959"/>
                    </a:cubicBezTo>
                    <a:cubicBezTo>
                      <a:pt x="265" y="1959"/>
                      <a:pt x="530" y="1258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8"/>
              <p:cNvSpPr/>
              <p:nvPr/>
            </p:nvSpPr>
            <p:spPr>
              <a:xfrm>
                <a:off x="889264" y="2555486"/>
                <a:ext cx="82237" cy="222986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3628" extrusionOk="0">
                    <a:moveTo>
                      <a:pt x="0" y="1"/>
                    </a:moveTo>
                    <a:lnTo>
                      <a:pt x="0" y="3164"/>
                    </a:lnTo>
                    <a:cubicBezTo>
                      <a:pt x="172" y="3363"/>
                      <a:pt x="371" y="3535"/>
                      <a:pt x="609" y="3627"/>
                    </a:cubicBezTo>
                    <a:cubicBezTo>
                      <a:pt x="609" y="3627"/>
                      <a:pt x="1337" y="2582"/>
                      <a:pt x="199" y="385"/>
                    </a:cubicBezTo>
                    <a:cubicBezTo>
                      <a:pt x="133" y="252"/>
                      <a:pt x="67" y="120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89264" y="2280564"/>
                <a:ext cx="111493" cy="347386"/>
              </a:xfrm>
              <a:custGeom>
                <a:avLst/>
                <a:gdLst/>
                <a:ahLst/>
                <a:cxnLst/>
                <a:rect l="l" t="t" r="r" b="b"/>
                <a:pathLst>
                  <a:path w="1814" h="5652" extrusionOk="0">
                    <a:moveTo>
                      <a:pt x="0" y="0"/>
                    </a:moveTo>
                    <a:lnTo>
                      <a:pt x="0" y="3865"/>
                    </a:lnTo>
                    <a:cubicBezTo>
                      <a:pt x="318" y="4659"/>
                      <a:pt x="755" y="5321"/>
                      <a:pt x="1417" y="5652"/>
                    </a:cubicBezTo>
                    <a:cubicBezTo>
                      <a:pt x="1417" y="5652"/>
                      <a:pt x="1814" y="4249"/>
                      <a:pt x="980" y="2118"/>
                    </a:cubicBezTo>
                    <a:cubicBezTo>
                      <a:pt x="622" y="1231"/>
                      <a:pt x="278" y="53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859147" y="2098327"/>
                <a:ext cx="192869" cy="393790"/>
              </a:xfrm>
              <a:custGeom>
                <a:avLst/>
                <a:gdLst/>
                <a:ahLst/>
                <a:cxnLst/>
                <a:rect l="l" t="t" r="r" b="b"/>
                <a:pathLst>
                  <a:path w="3138" h="6407" extrusionOk="0">
                    <a:moveTo>
                      <a:pt x="1470" y="1"/>
                    </a:moveTo>
                    <a:cubicBezTo>
                      <a:pt x="1470" y="1"/>
                      <a:pt x="1" y="5162"/>
                      <a:pt x="2727" y="6407"/>
                    </a:cubicBezTo>
                    <a:cubicBezTo>
                      <a:pt x="2727" y="6407"/>
                      <a:pt x="3137" y="4898"/>
                      <a:pt x="2687" y="3124"/>
                    </a:cubicBezTo>
                    <a:cubicBezTo>
                      <a:pt x="2237" y="1351"/>
                      <a:pt x="1470" y="1"/>
                      <a:pt x="14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987665" y="1892550"/>
                <a:ext cx="134296" cy="429561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6989" extrusionOk="0">
                    <a:moveTo>
                      <a:pt x="1576" y="0"/>
                    </a:moveTo>
                    <a:cubicBezTo>
                      <a:pt x="1576" y="0"/>
                      <a:pt x="1" y="5599"/>
                      <a:pt x="1668" y="6988"/>
                    </a:cubicBezTo>
                    <a:cubicBezTo>
                      <a:pt x="1668" y="6988"/>
                      <a:pt x="2185" y="5916"/>
                      <a:pt x="1933" y="3680"/>
                    </a:cubicBezTo>
                    <a:cubicBezTo>
                      <a:pt x="1695" y="1456"/>
                      <a:pt x="1576" y="0"/>
                      <a:pt x="15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887604" y="1938340"/>
                <a:ext cx="426120" cy="1137855"/>
              </a:xfrm>
              <a:custGeom>
                <a:avLst/>
                <a:gdLst/>
                <a:ahLst/>
                <a:cxnLst/>
                <a:rect l="l" t="t" r="r" b="b"/>
                <a:pathLst>
                  <a:path w="6933" h="18513" extrusionOk="0">
                    <a:moveTo>
                      <a:pt x="6864" y="1"/>
                    </a:moveTo>
                    <a:cubicBezTo>
                      <a:pt x="6850" y="1"/>
                      <a:pt x="6838" y="7"/>
                      <a:pt x="6830" y="23"/>
                    </a:cubicBezTo>
                    <a:cubicBezTo>
                      <a:pt x="6711" y="168"/>
                      <a:pt x="6592" y="301"/>
                      <a:pt x="6473" y="473"/>
                    </a:cubicBezTo>
                    <a:cubicBezTo>
                      <a:pt x="5639" y="1730"/>
                      <a:pt x="4871" y="3054"/>
                      <a:pt x="4183" y="4390"/>
                    </a:cubicBezTo>
                    <a:cubicBezTo>
                      <a:pt x="3482" y="5740"/>
                      <a:pt x="2860" y="7130"/>
                      <a:pt x="2304" y="8546"/>
                    </a:cubicBezTo>
                    <a:cubicBezTo>
                      <a:pt x="1761" y="9962"/>
                      <a:pt x="1285" y="11405"/>
                      <a:pt x="861" y="12861"/>
                    </a:cubicBezTo>
                    <a:cubicBezTo>
                      <a:pt x="530" y="14052"/>
                      <a:pt x="252" y="15257"/>
                      <a:pt x="27" y="16461"/>
                    </a:cubicBezTo>
                    <a:lnTo>
                      <a:pt x="1" y="16461"/>
                    </a:lnTo>
                    <a:lnTo>
                      <a:pt x="1" y="18512"/>
                    </a:lnTo>
                    <a:cubicBezTo>
                      <a:pt x="94" y="17957"/>
                      <a:pt x="186" y="17387"/>
                      <a:pt x="292" y="16832"/>
                    </a:cubicBezTo>
                    <a:cubicBezTo>
                      <a:pt x="570" y="15336"/>
                      <a:pt x="914" y="13867"/>
                      <a:pt x="1351" y="12424"/>
                    </a:cubicBezTo>
                    <a:cubicBezTo>
                      <a:pt x="1774" y="10968"/>
                      <a:pt x="2277" y="9552"/>
                      <a:pt x="2833" y="8149"/>
                    </a:cubicBezTo>
                    <a:cubicBezTo>
                      <a:pt x="3402" y="6733"/>
                      <a:pt x="4024" y="5370"/>
                      <a:pt x="4726" y="4020"/>
                    </a:cubicBezTo>
                    <a:cubicBezTo>
                      <a:pt x="5070" y="3345"/>
                      <a:pt x="5441" y="2683"/>
                      <a:pt x="5798" y="2035"/>
                    </a:cubicBezTo>
                    <a:cubicBezTo>
                      <a:pt x="6182" y="1373"/>
                      <a:pt x="6592" y="751"/>
                      <a:pt x="6923" y="76"/>
                    </a:cubicBezTo>
                    <a:cubicBezTo>
                      <a:pt x="6932" y="38"/>
                      <a:pt x="6895" y="1"/>
                      <a:pt x="68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>
              <a:off x="10" y="3499346"/>
              <a:ext cx="839572" cy="1841824"/>
              <a:chOff x="1951643" y="2416150"/>
              <a:chExt cx="475167" cy="1042404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1951643" y="2416150"/>
                <a:ext cx="475167" cy="1042404"/>
              </a:xfrm>
              <a:custGeom>
                <a:avLst/>
                <a:gdLst/>
                <a:ahLst/>
                <a:cxnLst/>
                <a:rect l="l" t="t" r="r" b="b"/>
                <a:pathLst>
                  <a:path w="7731" h="16960" extrusionOk="0">
                    <a:moveTo>
                      <a:pt x="443" y="0"/>
                    </a:moveTo>
                    <a:cubicBezTo>
                      <a:pt x="333" y="0"/>
                      <a:pt x="262" y="18"/>
                      <a:pt x="239" y="58"/>
                    </a:cubicBezTo>
                    <a:cubicBezTo>
                      <a:pt x="1" y="441"/>
                      <a:pt x="3045" y="2969"/>
                      <a:pt x="2899" y="3300"/>
                    </a:cubicBezTo>
                    <a:cubicBezTo>
                      <a:pt x="2877" y="3350"/>
                      <a:pt x="2816" y="3371"/>
                      <a:pt x="2726" y="3371"/>
                    </a:cubicBezTo>
                    <a:cubicBezTo>
                      <a:pt x="2278" y="3371"/>
                      <a:pt x="1130" y="2842"/>
                      <a:pt x="756" y="2842"/>
                    </a:cubicBezTo>
                    <a:cubicBezTo>
                      <a:pt x="715" y="2842"/>
                      <a:pt x="683" y="2849"/>
                      <a:pt x="662" y="2863"/>
                    </a:cubicBezTo>
                    <a:cubicBezTo>
                      <a:pt x="437" y="3062"/>
                      <a:pt x="437" y="4108"/>
                      <a:pt x="1377" y="5908"/>
                    </a:cubicBezTo>
                    <a:cubicBezTo>
                      <a:pt x="2330" y="7721"/>
                      <a:pt x="4620" y="7959"/>
                      <a:pt x="4514" y="8449"/>
                    </a:cubicBezTo>
                    <a:cubicBezTo>
                      <a:pt x="4448" y="8753"/>
                      <a:pt x="3309" y="8621"/>
                      <a:pt x="2582" y="8713"/>
                    </a:cubicBezTo>
                    <a:cubicBezTo>
                      <a:pt x="2264" y="8727"/>
                      <a:pt x="1867" y="8806"/>
                      <a:pt x="1708" y="9124"/>
                    </a:cubicBezTo>
                    <a:cubicBezTo>
                      <a:pt x="1430" y="9706"/>
                      <a:pt x="3283" y="12922"/>
                      <a:pt x="4620" y="13359"/>
                    </a:cubicBezTo>
                    <a:cubicBezTo>
                      <a:pt x="5957" y="13783"/>
                      <a:pt x="7280" y="13690"/>
                      <a:pt x="7426" y="14219"/>
                    </a:cubicBezTo>
                    <a:cubicBezTo>
                      <a:pt x="7584" y="14749"/>
                      <a:pt x="5427" y="14219"/>
                      <a:pt x="5242" y="14828"/>
                    </a:cubicBezTo>
                    <a:cubicBezTo>
                      <a:pt x="5162" y="15133"/>
                      <a:pt x="6261" y="16138"/>
                      <a:pt x="7730" y="16959"/>
                    </a:cubicBezTo>
                    <a:lnTo>
                      <a:pt x="7730" y="4544"/>
                    </a:lnTo>
                    <a:lnTo>
                      <a:pt x="7717" y="4544"/>
                    </a:lnTo>
                    <a:cubicBezTo>
                      <a:pt x="7545" y="5153"/>
                      <a:pt x="7465" y="5894"/>
                      <a:pt x="7227" y="5908"/>
                    </a:cubicBezTo>
                    <a:cubicBezTo>
                      <a:pt x="7223" y="5908"/>
                      <a:pt x="7219" y="5908"/>
                      <a:pt x="7216" y="5908"/>
                    </a:cubicBezTo>
                    <a:cubicBezTo>
                      <a:pt x="6856" y="5908"/>
                      <a:pt x="6848" y="3474"/>
                      <a:pt x="6089" y="2387"/>
                    </a:cubicBezTo>
                    <a:cubicBezTo>
                      <a:pt x="5411" y="1412"/>
                      <a:pt x="1415" y="0"/>
                      <a:pt x="4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2119927" y="2546758"/>
                <a:ext cx="306882" cy="423661"/>
              </a:xfrm>
              <a:custGeom>
                <a:avLst/>
                <a:gdLst/>
                <a:ahLst/>
                <a:cxnLst/>
                <a:rect l="l" t="t" r="r" b="b"/>
                <a:pathLst>
                  <a:path w="4993" h="6893" extrusionOk="0">
                    <a:moveTo>
                      <a:pt x="89" y="1"/>
                    </a:moveTo>
                    <a:cubicBezTo>
                      <a:pt x="37" y="1"/>
                      <a:pt x="0" y="72"/>
                      <a:pt x="55" y="116"/>
                    </a:cubicBezTo>
                    <a:cubicBezTo>
                      <a:pt x="571" y="580"/>
                      <a:pt x="1021" y="1096"/>
                      <a:pt x="1445" y="1625"/>
                    </a:cubicBezTo>
                    <a:cubicBezTo>
                      <a:pt x="1882" y="2128"/>
                      <a:pt x="2292" y="2684"/>
                      <a:pt x="2676" y="3240"/>
                    </a:cubicBezTo>
                    <a:lnTo>
                      <a:pt x="3364" y="4286"/>
                    </a:lnTo>
                    <a:cubicBezTo>
                      <a:pt x="3311" y="4272"/>
                      <a:pt x="3271" y="4233"/>
                      <a:pt x="3232" y="4219"/>
                    </a:cubicBezTo>
                    <a:lnTo>
                      <a:pt x="2345" y="3822"/>
                    </a:lnTo>
                    <a:cubicBezTo>
                      <a:pt x="2041" y="3690"/>
                      <a:pt x="1749" y="3571"/>
                      <a:pt x="1445" y="3452"/>
                    </a:cubicBezTo>
                    <a:cubicBezTo>
                      <a:pt x="1154" y="3346"/>
                      <a:pt x="836" y="3227"/>
                      <a:pt x="519" y="3161"/>
                    </a:cubicBezTo>
                    <a:cubicBezTo>
                      <a:pt x="514" y="3160"/>
                      <a:pt x="510" y="3159"/>
                      <a:pt x="506" y="3159"/>
                    </a:cubicBezTo>
                    <a:cubicBezTo>
                      <a:pt x="446" y="3159"/>
                      <a:pt x="404" y="3243"/>
                      <a:pt x="466" y="3293"/>
                    </a:cubicBezTo>
                    <a:cubicBezTo>
                      <a:pt x="995" y="3624"/>
                      <a:pt x="1617" y="3836"/>
                      <a:pt x="2186" y="4074"/>
                    </a:cubicBezTo>
                    <a:cubicBezTo>
                      <a:pt x="2477" y="4206"/>
                      <a:pt x="2755" y="4338"/>
                      <a:pt x="3060" y="4444"/>
                    </a:cubicBezTo>
                    <a:cubicBezTo>
                      <a:pt x="3271" y="4537"/>
                      <a:pt x="3483" y="4616"/>
                      <a:pt x="3682" y="4749"/>
                    </a:cubicBezTo>
                    <a:cubicBezTo>
                      <a:pt x="4092" y="5411"/>
                      <a:pt x="4516" y="6086"/>
                      <a:pt x="4926" y="6761"/>
                    </a:cubicBezTo>
                    <a:cubicBezTo>
                      <a:pt x="4952" y="6813"/>
                      <a:pt x="4979" y="6853"/>
                      <a:pt x="4992" y="6893"/>
                    </a:cubicBezTo>
                    <a:lnTo>
                      <a:pt x="4992" y="6297"/>
                    </a:lnTo>
                    <a:cubicBezTo>
                      <a:pt x="4410" y="5344"/>
                      <a:pt x="3827" y="4378"/>
                      <a:pt x="3205" y="3452"/>
                    </a:cubicBezTo>
                    <a:cubicBezTo>
                      <a:pt x="2927" y="3041"/>
                      <a:pt x="2636" y="2631"/>
                      <a:pt x="2345" y="2234"/>
                    </a:cubicBezTo>
                    <a:cubicBezTo>
                      <a:pt x="2332" y="2168"/>
                      <a:pt x="2305" y="2115"/>
                      <a:pt x="2279" y="2062"/>
                    </a:cubicBezTo>
                    <a:cubicBezTo>
                      <a:pt x="2239" y="1969"/>
                      <a:pt x="2213" y="1890"/>
                      <a:pt x="2173" y="1784"/>
                    </a:cubicBezTo>
                    <a:cubicBezTo>
                      <a:pt x="2107" y="1586"/>
                      <a:pt x="2027" y="1387"/>
                      <a:pt x="1961" y="1188"/>
                    </a:cubicBezTo>
                    <a:cubicBezTo>
                      <a:pt x="1895" y="990"/>
                      <a:pt x="1829" y="805"/>
                      <a:pt x="1776" y="606"/>
                    </a:cubicBezTo>
                    <a:cubicBezTo>
                      <a:pt x="1749" y="513"/>
                      <a:pt x="1723" y="408"/>
                      <a:pt x="1696" y="315"/>
                    </a:cubicBezTo>
                    <a:cubicBezTo>
                      <a:pt x="1670" y="209"/>
                      <a:pt x="1644" y="116"/>
                      <a:pt x="1564" y="50"/>
                    </a:cubicBezTo>
                    <a:cubicBezTo>
                      <a:pt x="1550" y="36"/>
                      <a:pt x="1533" y="31"/>
                      <a:pt x="1516" y="31"/>
                    </a:cubicBezTo>
                    <a:cubicBezTo>
                      <a:pt x="1483" y="31"/>
                      <a:pt x="1449" y="51"/>
                      <a:pt x="1432" y="77"/>
                    </a:cubicBezTo>
                    <a:cubicBezTo>
                      <a:pt x="1392" y="183"/>
                      <a:pt x="1419" y="275"/>
                      <a:pt x="1432" y="381"/>
                    </a:cubicBezTo>
                    <a:cubicBezTo>
                      <a:pt x="1445" y="474"/>
                      <a:pt x="1485" y="593"/>
                      <a:pt x="1511" y="699"/>
                    </a:cubicBezTo>
                    <a:cubicBezTo>
                      <a:pt x="1564" y="897"/>
                      <a:pt x="1630" y="1096"/>
                      <a:pt x="1696" y="1294"/>
                    </a:cubicBezTo>
                    <a:cubicBezTo>
                      <a:pt x="1723" y="1387"/>
                      <a:pt x="1776" y="1493"/>
                      <a:pt x="1816" y="1599"/>
                    </a:cubicBezTo>
                    <a:cubicBezTo>
                      <a:pt x="1419" y="1136"/>
                      <a:pt x="1008" y="712"/>
                      <a:pt x="519" y="328"/>
                    </a:cubicBezTo>
                    <a:cubicBezTo>
                      <a:pt x="386" y="236"/>
                      <a:pt x="254" y="116"/>
                      <a:pt x="121" y="11"/>
                    </a:cubicBezTo>
                    <a:cubicBezTo>
                      <a:pt x="110" y="4"/>
                      <a:pt x="99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2245926" y="3111722"/>
                <a:ext cx="180024" cy="98709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1606" extrusionOk="0">
                    <a:moveTo>
                      <a:pt x="135" y="0"/>
                    </a:moveTo>
                    <a:cubicBezTo>
                      <a:pt x="46" y="0"/>
                      <a:pt x="0" y="113"/>
                      <a:pt x="96" y="149"/>
                    </a:cubicBezTo>
                    <a:cubicBezTo>
                      <a:pt x="560" y="401"/>
                      <a:pt x="1023" y="613"/>
                      <a:pt x="1486" y="851"/>
                    </a:cubicBezTo>
                    <a:cubicBezTo>
                      <a:pt x="1949" y="1076"/>
                      <a:pt x="2413" y="1327"/>
                      <a:pt x="2863" y="1579"/>
                    </a:cubicBezTo>
                    <a:cubicBezTo>
                      <a:pt x="2876" y="1592"/>
                      <a:pt x="2889" y="1592"/>
                      <a:pt x="2902" y="1605"/>
                    </a:cubicBezTo>
                    <a:lnTo>
                      <a:pt x="2902" y="1301"/>
                    </a:lnTo>
                    <a:lnTo>
                      <a:pt x="2929" y="1301"/>
                    </a:lnTo>
                    <a:cubicBezTo>
                      <a:pt x="2558" y="1076"/>
                      <a:pt x="2201" y="877"/>
                      <a:pt x="1817" y="692"/>
                    </a:cubicBezTo>
                    <a:cubicBezTo>
                      <a:pt x="1288" y="427"/>
                      <a:pt x="745" y="189"/>
                      <a:pt x="163" y="4"/>
                    </a:cubicBezTo>
                    <a:cubicBezTo>
                      <a:pt x="153" y="1"/>
                      <a:pt x="144" y="0"/>
                      <a:pt x="1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" name="Google Shape;206;p8"/>
            <p:cNvGrpSpPr/>
            <p:nvPr/>
          </p:nvGrpSpPr>
          <p:grpSpPr>
            <a:xfrm rot="-813306" flipH="1">
              <a:off x="-239418" y="246596"/>
              <a:ext cx="1318404" cy="2524550"/>
              <a:chOff x="3224716" y="3669126"/>
              <a:chExt cx="736259" cy="1409828"/>
            </a:xfrm>
          </p:grpSpPr>
          <p:sp>
            <p:nvSpPr>
              <p:cNvPr id="207" name="Google Shape;207;p8"/>
              <p:cNvSpPr/>
              <p:nvPr/>
            </p:nvSpPr>
            <p:spPr>
              <a:xfrm>
                <a:off x="3537929" y="4954001"/>
                <a:ext cx="423046" cy="124953"/>
              </a:xfrm>
              <a:custGeom>
                <a:avLst/>
                <a:gdLst/>
                <a:ahLst/>
                <a:cxnLst/>
                <a:rect l="l" t="t" r="r" b="b"/>
                <a:pathLst>
                  <a:path w="6883" h="2033" extrusionOk="0">
                    <a:moveTo>
                      <a:pt x="710" y="1"/>
                    </a:moveTo>
                    <a:cubicBezTo>
                      <a:pt x="265" y="1"/>
                      <a:pt x="0" y="21"/>
                      <a:pt x="0" y="21"/>
                    </a:cubicBezTo>
                    <a:cubicBezTo>
                      <a:pt x="0" y="21"/>
                      <a:pt x="3574" y="1437"/>
                      <a:pt x="5030" y="1662"/>
                    </a:cubicBezTo>
                    <a:cubicBezTo>
                      <a:pt x="5573" y="1742"/>
                      <a:pt x="6261" y="1874"/>
                      <a:pt x="6883" y="2033"/>
                    </a:cubicBezTo>
                    <a:lnTo>
                      <a:pt x="6883" y="1318"/>
                    </a:lnTo>
                    <a:cubicBezTo>
                      <a:pt x="6420" y="1106"/>
                      <a:pt x="5864" y="881"/>
                      <a:pt x="5215" y="669"/>
                    </a:cubicBezTo>
                    <a:cubicBezTo>
                      <a:pt x="3431" y="93"/>
                      <a:pt x="1659" y="1"/>
                      <a:pt x="7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8"/>
              <p:cNvSpPr/>
              <p:nvPr/>
            </p:nvSpPr>
            <p:spPr>
              <a:xfrm>
                <a:off x="3484210" y="4681660"/>
                <a:ext cx="475966" cy="157344"/>
              </a:xfrm>
              <a:custGeom>
                <a:avLst/>
                <a:gdLst/>
                <a:ahLst/>
                <a:cxnLst/>
                <a:rect l="l" t="t" r="r" b="b"/>
                <a:pathLst>
                  <a:path w="7744" h="2560" extrusionOk="0">
                    <a:moveTo>
                      <a:pt x="901" y="1"/>
                    </a:moveTo>
                    <a:cubicBezTo>
                      <a:pt x="326" y="1"/>
                      <a:pt x="1" y="45"/>
                      <a:pt x="1" y="45"/>
                    </a:cubicBezTo>
                    <a:cubicBezTo>
                      <a:pt x="1" y="45"/>
                      <a:pt x="3177" y="1673"/>
                      <a:pt x="5308" y="2070"/>
                    </a:cubicBezTo>
                    <a:cubicBezTo>
                      <a:pt x="6314" y="2268"/>
                      <a:pt x="7148" y="2440"/>
                      <a:pt x="7744" y="2559"/>
                    </a:cubicBezTo>
                    <a:lnTo>
                      <a:pt x="7744" y="2003"/>
                    </a:lnTo>
                    <a:cubicBezTo>
                      <a:pt x="6870" y="1448"/>
                      <a:pt x="5560" y="706"/>
                      <a:pt x="4130" y="389"/>
                    </a:cubicBezTo>
                    <a:cubicBezTo>
                      <a:pt x="2756" y="71"/>
                      <a:pt x="1629" y="1"/>
                      <a:pt x="9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8"/>
              <p:cNvSpPr/>
              <p:nvPr/>
            </p:nvSpPr>
            <p:spPr>
              <a:xfrm>
                <a:off x="3363867" y="4420014"/>
                <a:ext cx="560538" cy="152181"/>
              </a:xfrm>
              <a:custGeom>
                <a:avLst/>
                <a:gdLst/>
                <a:ahLst/>
                <a:cxnLst/>
                <a:rect l="l" t="t" r="r" b="b"/>
                <a:pathLst>
                  <a:path w="9120" h="2476" extrusionOk="0">
                    <a:moveTo>
                      <a:pt x="2201" y="1"/>
                    </a:moveTo>
                    <a:cubicBezTo>
                      <a:pt x="920" y="1"/>
                      <a:pt x="0" y="172"/>
                      <a:pt x="0" y="172"/>
                    </a:cubicBezTo>
                    <a:cubicBezTo>
                      <a:pt x="0" y="172"/>
                      <a:pt x="2515" y="1231"/>
                      <a:pt x="4937" y="1562"/>
                    </a:cubicBezTo>
                    <a:cubicBezTo>
                      <a:pt x="7346" y="1919"/>
                      <a:pt x="9119" y="2475"/>
                      <a:pt x="9119" y="2475"/>
                    </a:cubicBezTo>
                    <a:cubicBezTo>
                      <a:pt x="9119" y="2475"/>
                      <a:pt x="7610" y="953"/>
                      <a:pt x="5082" y="331"/>
                    </a:cubicBezTo>
                    <a:cubicBezTo>
                      <a:pt x="4071" y="77"/>
                      <a:pt x="3056" y="1"/>
                      <a:pt x="22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8"/>
              <p:cNvSpPr/>
              <p:nvPr/>
            </p:nvSpPr>
            <p:spPr>
              <a:xfrm>
                <a:off x="3866569" y="3936796"/>
                <a:ext cx="72464" cy="553224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9001" extrusionOk="0">
                    <a:moveTo>
                      <a:pt x="1059" y="0"/>
                    </a:moveTo>
                    <a:lnTo>
                      <a:pt x="1059" y="0"/>
                    </a:lnTo>
                    <a:cubicBezTo>
                      <a:pt x="1059" y="1"/>
                      <a:pt x="120" y="2449"/>
                      <a:pt x="53" y="4620"/>
                    </a:cubicBezTo>
                    <a:cubicBezTo>
                      <a:pt x="1" y="6764"/>
                      <a:pt x="477" y="9000"/>
                      <a:pt x="477" y="9000"/>
                    </a:cubicBezTo>
                    <a:cubicBezTo>
                      <a:pt x="477" y="9000"/>
                      <a:pt x="914" y="6314"/>
                      <a:pt x="1046" y="3839"/>
                    </a:cubicBezTo>
                    <a:cubicBezTo>
                      <a:pt x="1178" y="1351"/>
                      <a:pt x="1059" y="1"/>
                      <a:pt x="10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8"/>
              <p:cNvSpPr/>
              <p:nvPr/>
            </p:nvSpPr>
            <p:spPr>
              <a:xfrm>
                <a:off x="3260548" y="4155725"/>
                <a:ext cx="537735" cy="180515"/>
              </a:xfrm>
              <a:custGeom>
                <a:avLst/>
                <a:gdLst/>
                <a:ahLst/>
                <a:cxnLst/>
                <a:rect l="l" t="t" r="r" b="b"/>
                <a:pathLst>
                  <a:path w="8749" h="2937" extrusionOk="0">
                    <a:moveTo>
                      <a:pt x="502" y="1"/>
                    </a:moveTo>
                    <a:cubicBezTo>
                      <a:pt x="186" y="1"/>
                      <a:pt x="0" y="12"/>
                      <a:pt x="0" y="12"/>
                    </a:cubicBezTo>
                    <a:cubicBezTo>
                      <a:pt x="0" y="12"/>
                      <a:pt x="993" y="819"/>
                      <a:pt x="3719" y="1587"/>
                    </a:cubicBezTo>
                    <a:cubicBezTo>
                      <a:pt x="6433" y="2328"/>
                      <a:pt x="8749" y="2937"/>
                      <a:pt x="8749" y="2937"/>
                    </a:cubicBezTo>
                    <a:cubicBezTo>
                      <a:pt x="8749" y="2937"/>
                      <a:pt x="6486" y="1163"/>
                      <a:pt x="4355" y="528"/>
                    </a:cubicBezTo>
                    <a:cubicBezTo>
                      <a:pt x="2832" y="68"/>
                      <a:pt x="1276" y="1"/>
                      <a:pt x="5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8"/>
              <p:cNvSpPr/>
              <p:nvPr/>
            </p:nvSpPr>
            <p:spPr>
              <a:xfrm>
                <a:off x="3696563" y="3757816"/>
                <a:ext cx="96865" cy="510139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8300" extrusionOk="0">
                    <a:moveTo>
                      <a:pt x="794" y="1"/>
                    </a:moveTo>
                    <a:cubicBezTo>
                      <a:pt x="794" y="1"/>
                      <a:pt x="0" y="2184"/>
                      <a:pt x="146" y="4117"/>
                    </a:cubicBezTo>
                    <a:cubicBezTo>
                      <a:pt x="318" y="6049"/>
                      <a:pt x="1192" y="8299"/>
                      <a:pt x="1192" y="8299"/>
                    </a:cubicBezTo>
                    <a:cubicBezTo>
                      <a:pt x="1192" y="8299"/>
                      <a:pt x="1575" y="7664"/>
                      <a:pt x="1377" y="5030"/>
                    </a:cubicBezTo>
                    <a:cubicBezTo>
                      <a:pt x="1192" y="2396"/>
                      <a:pt x="794" y="1"/>
                      <a:pt x="7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8"/>
              <p:cNvSpPr/>
              <p:nvPr/>
            </p:nvSpPr>
            <p:spPr>
              <a:xfrm>
                <a:off x="3224716" y="3669126"/>
                <a:ext cx="433679" cy="446709"/>
              </a:xfrm>
              <a:custGeom>
                <a:avLst/>
                <a:gdLst/>
                <a:ahLst/>
                <a:cxnLst/>
                <a:rect l="l" t="t" r="r" b="b"/>
                <a:pathLst>
                  <a:path w="7056" h="7268" extrusionOk="0">
                    <a:moveTo>
                      <a:pt x="1" y="1"/>
                    </a:moveTo>
                    <a:cubicBezTo>
                      <a:pt x="1" y="1"/>
                      <a:pt x="517" y="1523"/>
                      <a:pt x="2330" y="3614"/>
                    </a:cubicBezTo>
                    <a:cubicBezTo>
                      <a:pt x="4157" y="5692"/>
                      <a:pt x="7055" y="7267"/>
                      <a:pt x="7055" y="7267"/>
                    </a:cubicBezTo>
                    <a:cubicBezTo>
                      <a:pt x="7055" y="7267"/>
                      <a:pt x="6446" y="5242"/>
                      <a:pt x="4699" y="3482"/>
                    </a:cubicBezTo>
                    <a:cubicBezTo>
                      <a:pt x="2952" y="1708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8"/>
              <p:cNvSpPr/>
              <p:nvPr/>
            </p:nvSpPr>
            <p:spPr>
              <a:xfrm>
                <a:off x="3456860" y="3893280"/>
                <a:ext cx="503316" cy="783032"/>
              </a:xfrm>
              <a:custGeom>
                <a:avLst/>
                <a:gdLst/>
                <a:ahLst/>
                <a:cxnLst/>
                <a:rect l="l" t="t" r="r" b="b"/>
                <a:pathLst>
                  <a:path w="8189" h="12740" extrusionOk="0">
                    <a:moveTo>
                      <a:pt x="78" y="1"/>
                    </a:moveTo>
                    <a:cubicBezTo>
                      <a:pt x="34" y="1"/>
                      <a:pt x="0" y="57"/>
                      <a:pt x="22" y="113"/>
                    </a:cubicBezTo>
                    <a:cubicBezTo>
                      <a:pt x="155" y="272"/>
                      <a:pt x="287" y="444"/>
                      <a:pt x="446" y="589"/>
                    </a:cubicBezTo>
                    <a:cubicBezTo>
                      <a:pt x="1015" y="1225"/>
                      <a:pt x="1597" y="1847"/>
                      <a:pt x="2140" y="2495"/>
                    </a:cubicBezTo>
                    <a:cubicBezTo>
                      <a:pt x="2696" y="3144"/>
                      <a:pt x="3225" y="3805"/>
                      <a:pt x="3715" y="4494"/>
                    </a:cubicBezTo>
                    <a:cubicBezTo>
                      <a:pt x="4721" y="5870"/>
                      <a:pt x="5621" y="7313"/>
                      <a:pt x="6415" y="8808"/>
                    </a:cubicBezTo>
                    <a:cubicBezTo>
                      <a:pt x="7077" y="10092"/>
                      <a:pt x="7672" y="11389"/>
                      <a:pt x="8189" y="12739"/>
                    </a:cubicBezTo>
                    <a:lnTo>
                      <a:pt x="8189" y="11985"/>
                    </a:lnTo>
                    <a:cubicBezTo>
                      <a:pt x="7633" y="10661"/>
                      <a:pt x="7024" y="9364"/>
                      <a:pt x="6336" y="8107"/>
                    </a:cubicBezTo>
                    <a:cubicBezTo>
                      <a:pt x="5502" y="6598"/>
                      <a:pt x="4575" y="5155"/>
                      <a:pt x="3530" y="3805"/>
                    </a:cubicBezTo>
                    <a:cubicBezTo>
                      <a:pt x="3027" y="3104"/>
                      <a:pt x="2484" y="2442"/>
                      <a:pt x="1902" y="1794"/>
                    </a:cubicBezTo>
                    <a:cubicBezTo>
                      <a:pt x="1333" y="1172"/>
                      <a:pt x="764" y="536"/>
                      <a:pt x="102" y="7"/>
                    </a:cubicBezTo>
                    <a:cubicBezTo>
                      <a:pt x="94" y="3"/>
                      <a:pt x="85" y="1"/>
                      <a:pt x="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8"/>
            <p:cNvGrpSpPr/>
            <p:nvPr/>
          </p:nvGrpSpPr>
          <p:grpSpPr>
            <a:xfrm rot="1167849">
              <a:off x="7803509" y="3725637"/>
              <a:ext cx="1432614" cy="2291007"/>
              <a:chOff x="869719" y="3820447"/>
              <a:chExt cx="836320" cy="1337425"/>
            </a:xfrm>
          </p:grpSpPr>
          <p:sp>
            <p:nvSpPr>
              <p:cNvPr id="216" name="Google Shape;216;p8"/>
              <p:cNvSpPr/>
              <p:nvPr/>
            </p:nvSpPr>
            <p:spPr>
              <a:xfrm>
                <a:off x="1360251" y="4688421"/>
                <a:ext cx="344190" cy="205100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3337" extrusionOk="0">
                    <a:moveTo>
                      <a:pt x="1" y="1"/>
                    </a:moveTo>
                    <a:cubicBezTo>
                      <a:pt x="1" y="1"/>
                      <a:pt x="2859" y="3124"/>
                      <a:pt x="5599" y="3336"/>
                    </a:cubicBezTo>
                    <a:lnTo>
                      <a:pt x="5599" y="636"/>
                    </a:lnTo>
                    <a:cubicBezTo>
                      <a:pt x="4537" y="666"/>
                      <a:pt x="3713" y="725"/>
                      <a:pt x="2988" y="725"/>
                    </a:cubicBezTo>
                    <a:cubicBezTo>
                      <a:pt x="2746" y="725"/>
                      <a:pt x="2515" y="719"/>
                      <a:pt x="2290" y="702"/>
                    </a:cubicBezTo>
                    <a:cubicBezTo>
                      <a:pt x="1126" y="636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8"/>
              <p:cNvSpPr/>
              <p:nvPr/>
            </p:nvSpPr>
            <p:spPr>
              <a:xfrm>
                <a:off x="1608006" y="5100897"/>
                <a:ext cx="96435" cy="56976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927" extrusionOk="0">
                    <a:moveTo>
                      <a:pt x="1568" y="0"/>
                    </a:moveTo>
                    <a:cubicBezTo>
                      <a:pt x="864" y="252"/>
                      <a:pt x="279" y="372"/>
                      <a:pt x="98" y="372"/>
                    </a:cubicBezTo>
                    <a:cubicBezTo>
                      <a:pt x="88" y="372"/>
                      <a:pt x="80" y="371"/>
                      <a:pt x="73" y="371"/>
                    </a:cubicBezTo>
                    <a:cubicBezTo>
                      <a:pt x="66" y="369"/>
                      <a:pt x="61" y="368"/>
                      <a:pt x="58" y="368"/>
                    </a:cubicBezTo>
                    <a:cubicBezTo>
                      <a:pt x="0" y="368"/>
                      <a:pt x="598" y="725"/>
                      <a:pt x="1568" y="927"/>
                    </a:cubicBezTo>
                    <a:lnTo>
                      <a:pt x="15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8"/>
              <p:cNvSpPr/>
              <p:nvPr/>
            </p:nvSpPr>
            <p:spPr>
              <a:xfrm>
                <a:off x="1377338" y="4467156"/>
                <a:ext cx="327103" cy="84941"/>
              </a:xfrm>
              <a:custGeom>
                <a:avLst/>
                <a:gdLst/>
                <a:ahLst/>
                <a:cxnLst/>
                <a:rect l="l" t="t" r="r" b="b"/>
                <a:pathLst>
                  <a:path w="5322" h="1382" extrusionOk="0">
                    <a:moveTo>
                      <a:pt x="1" y="1"/>
                    </a:moveTo>
                    <a:cubicBezTo>
                      <a:pt x="1023" y="1118"/>
                      <a:pt x="2251" y="1381"/>
                      <a:pt x="3394" y="1381"/>
                    </a:cubicBezTo>
                    <a:cubicBezTo>
                      <a:pt x="3834" y="1381"/>
                      <a:pt x="4262" y="1342"/>
                      <a:pt x="4659" y="1298"/>
                    </a:cubicBezTo>
                    <a:cubicBezTo>
                      <a:pt x="4911" y="1258"/>
                      <a:pt x="5123" y="1258"/>
                      <a:pt x="5321" y="1258"/>
                    </a:cubicBezTo>
                    <a:lnTo>
                      <a:pt x="5321" y="689"/>
                    </a:lnTo>
                    <a:cubicBezTo>
                      <a:pt x="4983" y="565"/>
                      <a:pt x="4589" y="483"/>
                      <a:pt x="4148" y="483"/>
                    </a:cubicBezTo>
                    <a:cubicBezTo>
                      <a:pt x="3880" y="483"/>
                      <a:pt x="3596" y="513"/>
                      <a:pt x="3296" y="583"/>
                    </a:cubicBezTo>
                    <a:cubicBezTo>
                      <a:pt x="3022" y="647"/>
                      <a:pt x="2748" y="673"/>
                      <a:pt x="2482" y="673"/>
                    </a:cubicBezTo>
                    <a:cubicBezTo>
                      <a:pt x="1143" y="67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8"/>
              <p:cNvSpPr/>
              <p:nvPr/>
            </p:nvSpPr>
            <p:spPr>
              <a:xfrm>
                <a:off x="1439968" y="3918049"/>
                <a:ext cx="264473" cy="488197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794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795" y="1629"/>
                      <a:pt x="1973" y="3336"/>
                    </a:cubicBezTo>
                    <a:cubicBezTo>
                      <a:pt x="2886" y="4673"/>
                      <a:pt x="3945" y="6950"/>
                      <a:pt x="4302" y="7942"/>
                    </a:cubicBezTo>
                    <a:lnTo>
                      <a:pt x="4302" y="5652"/>
                    </a:lnTo>
                    <a:cubicBezTo>
                      <a:pt x="4223" y="5282"/>
                      <a:pt x="4104" y="4885"/>
                      <a:pt x="3958" y="4488"/>
                    </a:cubicBezTo>
                    <a:cubicBezTo>
                      <a:pt x="3151" y="2172"/>
                      <a:pt x="1721" y="716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8"/>
              <p:cNvSpPr/>
              <p:nvPr/>
            </p:nvSpPr>
            <p:spPr>
              <a:xfrm>
                <a:off x="1197560" y="4284551"/>
                <a:ext cx="440133" cy="93239"/>
              </a:xfrm>
              <a:custGeom>
                <a:avLst/>
                <a:gdLst/>
                <a:ahLst/>
                <a:cxnLst/>
                <a:rect l="l" t="t" r="r" b="b"/>
                <a:pathLst>
                  <a:path w="7161" h="1517" extrusionOk="0">
                    <a:moveTo>
                      <a:pt x="3716" y="1"/>
                    </a:moveTo>
                    <a:cubicBezTo>
                      <a:pt x="2197" y="1"/>
                      <a:pt x="1115" y="391"/>
                      <a:pt x="412" y="391"/>
                    </a:cubicBezTo>
                    <a:cubicBezTo>
                      <a:pt x="256" y="391"/>
                      <a:pt x="119" y="371"/>
                      <a:pt x="1" y="325"/>
                    </a:cubicBezTo>
                    <a:lnTo>
                      <a:pt x="1" y="325"/>
                    </a:lnTo>
                    <a:cubicBezTo>
                      <a:pt x="1" y="325"/>
                      <a:pt x="1795" y="1517"/>
                      <a:pt x="3807" y="1517"/>
                    </a:cubicBezTo>
                    <a:cubicBezTo>
                      <a:pt x="3840" y="1517"/>
                      <a:pt x="3872" y="1517"/>
                      <a:pt x="3905" y="1516"/>
                    </a:cubicBezTo>
                    <a:cubicBezTo>
                      <a:pt x="5930" y="1476"/>
                      <a:pt x="7161" y="1053"/>
                      <a:pt x="7161" y="1053"/>
                    </a:cubicBezTo>
                    <a:cubicBezTo>
                      <a:pt x="7161" y="1053"/>
                      <a:pt x="6777" y="245"/>
                      <a:pt x="4474" y="34"/>
                    </a:cubicBezTo>
                    <a:cubicBezTo>
                      <a:pt x="4210" y="11"/>
                      <a:pt x="3957" y="1"/>
                      <a:pt x="37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8"/>
              <p:cNvSpPr/>
              <p:nvPr/>
            </p:nvSpPr>
            <p:spPr>
              <a:xfrm>
                <a:off x="1142244" y="3820447"/>
                <a:ext cx="346587" cy="364534"/>
              </a:xfrm>
              <a:custGeom>
                <a:avLst/>
                <a:gdLst/>
                <a:ahLst/>
                <a:cxnLst/>
                <a:rect l="l" t="t" r="r" b="b"/>
                <a:pathLst>
                  <a:path w="5639" h="5931" extrusionOk="0">
                    <a:moveTo>
                      <a:pt x="1" y="1"/>
                    </a:moveTo>
                    <a:cubicBezTo>
                      <a:pt x="1" y="1"/>
                      <a:pt x="993" y="1046"/>
                      <a:pt x="2105" y="2780"/>
                    </a:cubicBezTo>
                    <a:cubicBezTo>
                      <a:pt x="3230" y="4540"/>
                      <a:pt x="5334" y="5930"/>
                      <a:pt x="5334" y="5930"/>
                    </a:cubicBezTo>
                    <a:cubicBezTo>
                      <a:pt x="5639" y="353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8"/>
              <p:cNvSpPr/>
              <p:nvPr/>
            </p:nvSpPr>
            <p:spPr>
              <a:xfrm>
                <a:off x="869719" y="3968510"/>
                <a:ext cx="494650" cy="208051"/>
              </a:xfrm>
              <a:custGeom>
                <a:avLst/>
                <a:gdLst/>
                <a:ahLst/>
                <a:cxnLst/>
                <a:rect l="l" t="t" r="r" b="b"/>
                <a:pathLst>
                  <a:path w="8048" h="3385" extrusionOk="0">
                    <a:moveTo>
                      <a:pt x="2332" y="0"/>
                    </a:moveTo>
                    <a:cubicBezTo>
                      <a:pt x="898" y="0"/>
                      <a:pt x="1" y="517"/>
                      <a:pt x="1" y="530"/>
                    </a:cubicBezTo>
                    <a:cubicBezTo>
                      <a:pt x="1735" y="543"/>
                      <a:pt x="2754" y="2012"/>
                      <a:pt x="4487" y="3005"/>
                    </a:cubicBezTo>
                    <a:cubicBezTo>
                      <a:pt x="4975" y="3284"/>
                      <a:pt x="5469" y="3384"/>
                      <a:pt x="5928" y="3384"/>
                    </a:cubicBezTo>
                    <a:cubicBezTo>
                      <a:pt x="7103" y="3384"/>
                      <a:pt x="8048" y="2727"/>
                      <a:pt x="8048" y="2727"/>
                    </a:cubicBezTo>
                    <a:cubicBezTo>
                      <a:pt x="5837" y="543"/>
                      <a:pt x="3803" y="0"/>
                      <a:pt x="23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8"/>
              <p:cNvSpPr/>
              <p:nvPr/>
            </p:nvSpPr>
            <p:spPr>
              <a:xfrm>
                <a:off x="1616980" y="4176254"/>
                <a:ext cx="89059" cy="224277"/>
              </a:xfrm>
              <a:custGeom>
                <a:avLst/>
                <a:gdLst/>
                <a:ahLst/>
                <a:cxnLst/>
                <a:rect l="l" t="t" r="r" b="b"/>
                <a:pathLst>
                  <a:path w="1449" h="3649" extrusionOk="0">
                    <a:moveTo>
                      <a:pt x="76" y="0"/>
                    </a:moveTo>
                    <a:cubicBezTo>
                      <a:pt x="35" y="0"/>
                      <a:pt x="0" y="41"/>
                      <a:pt x="19" y="88"/>
                    </a:cubicBezTo>
                    <a:cubicBezTo>
                      <a:pt x="165" y="406"/>
                      <a:pt x="337" y="724"/>
                      <a:pt x="496" y="1028"/>
                    </a:cubicBezTo>
                    <a:cubicBezTo>
                      <a:pt x="654" y="1346"/>
                      <a:pt x="774" y="1676"/>
                      <a:pt x="893" y="1994"/>
                    </a:cubicBezTo>
                    <a:cubicBezTo>
                      <a:pt x="1091" y="2537"/>
                      <a:pt x="1263" y="3106"/>
                      <a:pt x="1449" y="3649"/>
                    </a:cubicBezTo>
                    <a:lnTo>
                      <a:pt x="1449" y="3040"/>
                    </a:lnTo>
                    <a:cubicBezTo>
                      <a:pt x="1224" y="2351"/>
                      <a:pt x="1025" y="1690"/>
                      <a:pt x="734" y="1054"/>
                    </a:cubicBezTo>
                    <a:cubicBezTo>
                      <a:pt x="654" y="869"/>
                      <a:pt x="562" y="684"/>
                      <a:pt x="469" y="525"/>
                    </a:cubicBezTo>
                    <a:cubicBezTo>
                      <a:pt x="363" y="340"/>
                      <a:pt x="257" y="194"/>
                      <a:pt x="125" y="22"/>
                    </a:cubicBezTo>
                    <a:cubicBezTo>
                      <a:pt x="110" y="7"/>
                      <a:pt x="93" y="0"/>
                      <a:pt x="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8"/>
              <p:cNvSpPr/>
              <p:nvPr/>
            </p:nvSpPr>
            <p:spPr>
              <a:xfrm>
                <a:off x="1060068" y="4025425"/>
                <a:ext cx="644373" cy="419850"/>
              </a:xfrm>
              <a:custGeom>
                <a:avLst/>
                <a:gdLst/>
                <a:ahLst/>
                <a:cxnLst/>
                <a:rect l="l" t="t" r="r" b="b"/>
                <a:pathLst>
                  <a:path w="10484" h="6831" extrusionOk="0">
                    <a:moveTo>
                      <a:pt x="4264" y="1"/>
                    </a:moveTo>
                    <a:cubicBezTo>
                      <a:pt x="4223" y="1"/>
                      <a:pt x="4189" y="43"/>
                      <a:pt x="4210" y="94"/>
                    </a:cubicBezTo>
                    <a:cubicBezTo>
                      <a:pt x="4315" y="226"/>
                      <a:pt x="4408" y="345"/>
                      <a:pt x="4514" y="451"/>
                    </a:cubicBezTo>
                    <a:cubicBezTo>
                      <a:pt x="4620" y="570"/>
                      <a:pt x="4726" y="689"/>
                      <a:pt x="4832" y="808"/>
                    </a:cubicBezTo>
                    <a:cubicBezTo>
                      <a:pt x="5043" y="1033"/>
                      <a:pt x="5255" y="1245"/>
                      <a:pt x="5493" y="1483"/>
                    </a:cubicBezTo>
                    <a:cubicBezTo>
                      <a:pt x="5838" y="1828"/>
                      <a:pt x="6168" y="2172"/>
                      <a:pt x="6513" y="2529"/>
                    </a:cubicBezTo>
                    <a:cubicBezTo>
                      <a:pt x="6129" y="2278"/>
                      <a:pt x="5745" y="2066"/>
                      <a:pt x="5348" y="1841"/>
                    </a:cubicBezTo>
                    <a:cubicBezTo>
                      <a:pt x="3865" y="1086"/>
                      <a:pt x="2277" y="570"/>
                      <a:pt x="649" y="319"/>
                    </a:cubicBezTo>
                    <a:cubicBezTo>
                      <a:pt x="451" y="292"/>
                      <a:pt x="239" y="279"/>
                      <a:pt x="54" y="253"/>
                    </a:cubicBezTo>
                    <a:cubicBezTo>
                      <a:pt x="14" y="253"/>
                      <a:pt x="1" y="305"/>
                      <a:pt x="27" y="305"/>
                    </a:cubicBezTo>
                    <a:cubicBezTo>
                      <a:pt x="848" y="504"/>
                      <a:pt x="1642" y="689"/>
                      <a:pt x="2436" y="914"/>
                    </a:cubicBezTo>
                    <a:cubicBezTo>
                      <a:pt x="3230" y="1166"/>
                      <a:pt x="3998" y="1470"/>
                      <a:pt x="4752" y="1814"/>
                    </a:cubicBezTo>
                    <a:cubicBezTo>
                      <a:pt x="6235" y="2529"/>
                      <a:pt x="7611" y="3482"/>
                      <a:pt x="8736" y="4673"/>
                    </a:cubicBezTo>
                    <a:cubicBezTo>
                      <a:pt x="8868" y="4805"/>
                      <a:pt x="8988" y="4951"/>
                      <a:pt x="9120" y="5083"/>
                    </a:cubicBezTo>
                    <a:cubicBezTo>
                      <a:pt x="8988" y="5044"/>
                      <a:pt x="8855" y="5004"/>
                      <a:pt x="8723" y="4978"/>
                    </a:cubicBezTo>
                    <a:cubicBezTo>
                      <a:pt x="8260" y="4858"/>
                      <a:pt x="7770" y="4845"/>
                      <a:pt x="7293" y="4832"/>
                    </a:cubicBezTo>
                    <a:cubicBezTo>
                      <a:pt x="7173" y="4821"/>
                      <a:pt x="7048" y="4815"/>
                      <a:pt x="6921" y="4815"/>
                    </a:cubicBezTo>
                    <a:cubicBezTo>
                      <a:pt x="6741" y="4815"/>
                      <a:pt x="6558" y="4827"/>
                      <a:pt x="6380" y="4858"/>
                    </a:cubicBezTo>
                    <a:cubicBezTo>
                      <a:pt x="6314" y="4872"/>
                      <a:pt x="6301" y="4978"/>
                      <a:pt x="6380" y="4978"/>
                    </a:cubicBezTo>
                    <a:cubicBezTo>
                      <a:pt x="6632" y="5030"/>
                      <a:pt x="6896" y="5030"/>
                      <a:pt x="7161" y="5044"/>
                    </a:cubicBezTo>
                    <a:cubicBezTo>
                      <a:pt x="7413" y="5057"/>
                      <a:pt x="7677" y="5070"/>
                      <a:pt x="7929" y="5083"/>
                    </a:cubicBezTo>
                    <a:cubicBezTo>
                      <a:pt x="8339" y="5123"/>
                      <a:pt x="8749" y="5189"/>
                      <a:pt x="9146" y="5335"/>
                    </a:cubicBezTo>
                    <a:cubicBezTo>
                      <a:pt x="9265" y="5375"/>
                      <a:pt x="9358" y="5428"/>
                      <a:pt x="9464" y="5467"/>
                    </a:cubicBezTo>
                    <a:cubicBezTo>
                      <a:pt x="9464" y="5467"/>
                      <a:pt x="9464" y="5467"/>
                      <a:pt x="9464" y="5467"/>
                    </a:cubicBezTo>
                    <a:lnTo>
                      <a:pt x="9464" y="5467"/>
                    </a:lnTo>
                    <a:cubicBezTo>
                      <a:pt x="9464" y="5480"/>
                      <a:pt x="9467" y="5487"/>
                      <a:pt x="9469" y="5487"/>
                    </a:cubicBezTo>
                    <a:cubicBezTo>
                      <a:pt x="9471" y="5487"/>
                      <a:pt x="9471" y="5480"/>
                      <a:pt x="9464" y="5467"/>
                    </a:cubicBezTo>
                    <a:lnTo>
                      <a:pt x="9464" y="5467"/>
                    </a:lnTo>
                    <a:cubicBezTo>
                      <a:pt x="9821" y="5917"/>
                      <a:pt x="10152" y="6367"/>
                      <a:pt x="10483" y="6830"/>
                    </a:cubicBezTo>
                    <a:lnTo>
                      <a:pt x="10483" y="6367"/>
                    </a:lnTo>
                    <a:cubicBezTo>
                      <a:pt x="10099" y="5851"/>
                      <a:pt x="9729" y="5335"/>
                      <a:pt x="9292" y="4858"/>
                    </a:cubicBezTo>
                    <a:cubicBezTo>
                      <a:pt x="8723" y="4197"/>
                      <a:pt x="8061" y="3601"/>
                      <a:pt x="7346" y="3072"/>
                    </a:cubicBezTo>
                    <a:lnTo>
                      <a:pt x="7333" y="3058"/>
                    </a:lnTo>
                    <a:cubicBezTo>
                      <a:pt x="7227" y="2939"/>
                      <a:pt x="7108" y="2820"/>
                      <a:pt x="7015" y="2701"/>
                    </a:cubicBezTo>
                    <a:cubicBezTo>
                      <a:pt x="6790" y="2476"/>
                      <a:pt x="6579" y="2264"/>
                      <a:pt x="6367" y="2039"/>
                    </a:cubicBezTo>
                    <a:cubicBezTo>
                      <a:pt x="5943" y="1603"/>
                      <a:pt x="5493" y="1153"/>
                      <a:pt x="5057" y="716"/>
                    </a:cubicBezTo>
                    <a:cubicBezTo>
                      <a:pt x="4951" y="610"/>
                      <a:pt x="4832" y="478"/>
                      <a:pt x="4699" y="358"/>
                    </a:cubicBezTo>
                    <a:lnTo>
                      <a:pt x="4302" y="14"/>
                    </a:lnTo>
                    <a:cubicBezTo>
                      <a:pt x="4290" y="5"/>
                      <a:pt x="4276" y="1"/>
                      <a:pt x="42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8"/>
              <p:cNvSpPr/>
              <p:nvPr/>
            </p:nvSpPr>
            <p:spPr>
              <a:xfrm>
                <a:off x="1592887" y="4517617"/>
                <a:ext cx="111554" cy="18746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305" extrusionOk="0">
                    <a:moveTo>
                      <a:pt x="477" y="0"/>
                    </a:moveTo>
                    <a:cubicBezTo>
                      <a:pt x="411" y="0"/>
                      <a:pt x="332" y="14"/>
                      <a:pt x="266" y="14"/>
                    </a:cubicBezTo>
                    <a:cubicBezTo>
                      <a:pt x="199" y="14"/>
                      <a:pt x="120" y="27"/>
                      <a:pt x="54" y="40"/>
                    </a:cubicBezTo>
                    <a:cubicBezTo>
                      <a:pt x="1" y="67"/>
                      <a:pt x="1" y="146"/>
                      <a:pt x="54" y="146"/>
                    </a:cubicBezTo>
                    <a:cubicBezTo>
                      <a:pt x="160" y="172"/>
                      <a:pt x="292" y="159"/>
                      <a:pt x="411" y="172"/>
                    </a:cubicBezTo>
                    <a:cubicBezTo>
                      <a:pt x="530" y="199"/>
                      <a:pt x="663" y="199"/>
                      <a:pt x="769" y="199"/>
                    </a:cubicBezTo>
                    <a:cubicBezTo>
                      <a:pt x="1020" y="212"/>
                      <a:pt x="1258" y="225"/>
                      <a:pt x="1496" y="265"/>
                    </a:cubicBezTo>
                    <a:cubicBezTo>
                      <a:pt x="1602" y="278"/>
                      <a:pt x="1721" y="292"/>
                      <a:pt x="1814" y="305"/>
                    </a:cubicBezTo>
                    <a:lnTo>
                      <a:pt x="1814" y="93"/>
                    </a:lnTo>
                    <a:cubicBezTo>
                      <a:pt x="1523" y="40"/>
                      <a:pt x="1205" y="14"/>
                      <a:pt x="8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6" name="Google Shape;226;p8"/>
            <p:cNvSpPr/>
            <p:nvPr/>
          </p:nvSpPr>
          <p:spPr>
            <a:xfrm>
              <a:off x="4225631" y="4599417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" name="Google Shape;227;p8"/>
          <p:cNvSpPr txBox="1">
            <a:spLocks noGrp="1"/>
          </p:cNvSpPr>
          <p:nvPr>
            <p:ph type="title"/>
          </p:nvPr>
        </p:nvSpPr>
        <p:spPr>
          <a:xfrm>
            <a:off x="2131350" y="1644150"/>
            <a:ext cx="4881300" cy="185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9"/>
          <p:cNvGrpSpPr/>
          <p:nvPr/>
        </p:nvGrpSpPr>
        <p:grpSpPr>
          <a:xfrm>
            <a:off x="6684111" y="317446"/>
            <a:ext cx="2705184" cy="4987372"/>
            <a:chOff x="6684111" y="317446"/>
            <a:chExt cx="2705184" cy="4987372"/>
          </a:xfrm>
        </p:grpSpPr>
        <p:sp>
          <p:nvSpPr>
            <p:cNvPr id="230" name="Google Shape;230;p9"/>
            <p:cNvSpPr/>
            <p:nvPr/>
          </p:nvSpPr>
          <p:spPr>
            <a:xfrm>
              <a:off x="6684111" y="367528"/>
              <a:ext cx="1443958" cy="343942"/>
            </a:xfrm>
            <a:custGeom>
              <a:avLst/>
              <a:gdLst/>
              <a:ahLst/>
              <a:cxnLst/>
              <a:rect l="l" t="t" r="r" b="b"/>
              <a:pathLst>
                <a:path w="17141" h="4083" extrusionOk="0">
                  <a:moveTo>
                    <a:pt x="7584" y="1"/>
                  </a:moveTo>
                  <a:cubicBezTo>
                    <a:pt x="7516" y="1"/>
                    <a:pt x="7445" y="3"/>
                    <a:pt x="7373" y="6"/>
                  </a:cubicBezTo>
                  <a:cubicBezTo>
                    <a:pt x="4673" y="139"/>
                    <a:pt x="3773" y="2826"/>
                    <a:pt x="3217" y="3104"/>
                  </a:cubicBezTo>
                  <a:cubicBezTo>
                    <a:pt x="2991" y="3214"/>
                    <a:pt x="2797" y="3247"/>
                    <a:pt x="2593" y="3247"/>
                  </a:cubicBezTo>
                  <a:cubicBezTo>
                    <a:pt x="2283" y="3247"/>
                    <a:pt x="1952" y="3170"/>
                    <a:pt x="1456" y="3170"/>
                  </a:cubicBezTo>
                  <a:cubicBezTo>
                    <a:pt x="649" y="3170"/>
                    <a:pt x="0" y="4083"/>
                    <a:pt x="0" y="4083"/>
                  </a:cubicBezTo>
                  <a:lnTo>
                    <a:pt x="17140" y="4083"/>
                  </a:lnTo>
                  <a:cubicBezTo>
                    <a:pt x="17140" y="4083"/>
                    <a:pt x="16227" y="2045"/>
                    <a:pt x="14559" y="1912"/>
                  </a:cubicBezTo>
                  <a:cubicBezTo>
                    <a:pt x="14466" y="1905"/>
                    <a:pt x="14378" y="1901"/>
                    <a:pt x="14294" y="1901"/>
                  </a:cubicBezTo>
                  <a:cubicBezTo>
                    <a:pt x="13000" y="1901"/>
                    <a:pt x="12705" y="2720"/>
                    <a:pt x="11688" y="2720"/>
                  </a:cubicBezTo>
                  <a:cubicBezTo>
                    <a:pt x="11585" y="2720"/>
                    <a:pt x="11475" y="2712"/>
                    <a:pt x="11356" y="2693"/>
                  </a:cubicBezTo>
                  <a:cubicBezTo>
                    <a:pt x="10017" y="2487"/>
                    <a:pt x="10056" y="1"/>
                    <a:pt x="75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1" name="Google Shape;231;p9"/>
            <p:cNvGrpSpPr/>
            <p:nvPr/>
          </p:nvGrpSpPr>
          <p:grpSpPr>
            <a:xfrm>
              <a:off x="8549723" y="317446"/>
              <a:ext cx="839572" cy="1841824"/>
              <a:chOff x="1951643" y="2416150"/>
              <a:chExt cx="475167" cy="1042404"/>
            </a:xfrm>
          </p:grpSpPr>
          <p:sp>
            <p:nvSpPr>
              <p:cNvPr id="232" name="Google Shape;232;p9"/>
              <p:cNvSpPr/>
              <p:nvPr/>
            </p:nvSpPr>
            <p:spPr>
              <a:xfrm>
                <a:off x="1951643" y="2416150"/>
                <a:ext cx="475167" cy="1042404"/>
              </a:xfrm>
              <a:custGeom>
                <a:avLst/>
                <a:gdLst/>
                <a:ahLst/>
                <a:cxnLst/>
                <a:rect l="l" t="t" r="r" b="b"/>
                <a:pathLst>
                  <a:path w="7731" h="16960" extrusionOk="0">
                    <a:moveTo>
                      <a:pt x="443" y="0"/>
                    </a:moveTo>
                    <a:cubicBezTo>
                      <a:pt x="333" y="0"/>
                      <a:pt x="262" y="18"/>
                      <a:pt x="239" y="58"/>
                    </a:cubicBezTo>
                    <a:cubicBezTo>
                      <a:pt x="1" y="441"/>
                      <a:pt x="3045" y="2969"/>
                      <a:pt x="2899" y="3300"/>
                    </a:cubicBezTo>
                    <a:cubicBezTo>
                      <a:pt x="2877" y="3350"/>
                      <a:pt x="2816" y="3371"/>
                      <a:pt x="2726" y="3371"/>
                    </a:cubicBezTo>
                    <a:cubicBezTo>
                      <a:pt x="2278" y="3371"/>
                      <a:pt x="1130" y="2842"/>
                      <a:pt x="756" y="2842"/>
                    </a:cubicBezTo>
                    <a:cubicBezTo>
                      <a:pt x="715" y="2842"/>
                      <a:pt x="683" y="2849"/>
                      <a:pt x="662" y="2863"/>
                    </a:cubicBezTo>
                    <a:cubicBezTo>
                      <a:pt x="437" y="3062"/>
                      <a:pt x="437" y="4108"/>
                      <a:pt x="1377" y="5908"/>
                    </a:cubicBezTo>
                    <a:cubicBezTo>
                      <a:pt x="2330" y="7721"/>
                      <a:pt x="4620" y="7959"/>
                      <a:pt x="4514" y="8449"/>
                    </a:cubicBezTo>
                    <a:cubicBezTo>
                      <a:pt x="4448" y="8753"/>
                      <a:pt x="3309" y="8621"/>
                      <a:pt x="2582" y="8713"/>
                    </a:cubicBezTo>
                    <a:cubicBezTo>
                      <a:pt x="2264" y="8727"/>
                      <a:pt x="1867" y="8806"/>
                      <a:pt x="1708" y="9124"/>
                    </a:cubicBezTo>
                    <a:cubicBezTo>
                      <a:pt x="1430" y="9706"/>
                      <a:pt x="3283" y="12922"/>
                      <a:pt x="4620" y="13359"/>
                    </a:cubicBezTo>
                    <a:cubicBezTo>
                      <a:pt x="5957" y="13783"/>
                      <a:pt x="7280" y="13690"/>
                      <a:pt x="7426" y="14219"/>
                    </a:cubicBezTo>
                    <a:cubicBezTo>
                      <a:pt x="7584" y="14749"/>
                      <a:pt x="5427" y="14219"/>
                      <a:pt x="5242" y="14828"/>
                    </a:cubicBezTo>
                    <a:cubicBezTo>
                      <a:pt x="5162" y="15133"/>
                      <a:pt x="6261" y="16138"/>
                      <a:pt x="7730" y="16959"/>
                    </a:cubicBezTo>
                    <a:lnTo>
                      <a:pt x="7730" y="4544"/>
                    </a:lnTo>
                    <a:lnTo>
                      <a:pt x="7717" y="4544"/>
                    </a:lnTo>
                    <a:cubicBezTo>
                      <a:pt x="7545" y="5153"/>
                      <a:pt x="7465" y="5894"/>
                      <a:pt x="7227" y="5908"/>
                    </a:cubicBezTo>
                    <a:cubicBezTo>
                      <a:pt x="7223" y="5908"/>
                      <a:pt x="7219" y="5908"/>
                      <a:pt x="7216" y="5908"/>
                    </a:cubicBezTo>
                    <a:cubicBezTo>
                      <a:pt x="6856" y="5908"/>
                      <a:pt x="6848" y="3474"/>
                      <a:pt x="6089" y="2387"/>
                    </a:cubicBezTo>
                    <a:cubicBezTo>
                      <a:pt x="5411" y="1412"/>
                      <a:pt x="1415" y="0"/>
                      <a:pt x="4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9"/>
              <p:cNvSpPr/>
              <p:nvPr/>
            </p:nvSpPr>
            <p:spPr>
              <a:xfrm>
                <a:off x="2119927" y="2546758"/>
                <a:ext cx="306882" cy="423661"/>
              </a:xfrm>
              <a:custGeom>
                <a:avLst/>
                <a:gdLst/>
                <a:ahLst/>
                <a:cxnLst/>
                <a:rect l="l" t="t" r="r" b="b"/>
                <a:pathLst>
                  <a:path w="4993" h="6893" extrusionOk="0">
                    <a:moveTo>
                      <a:pt x="89" y="1"/>
                    </a:moveTo>
                    <a:cubicBezTo>
                      <a:pt x="37" y="1"/>
                      <a:pt x="0" y="72"/>
                      <a:pt x="55" y="116"/>
                    </a:cubicBezTo>
                    <a:cubicBezTo>
                      <a:pt x="571" y="580"/>
                      <a:pt x="1021" y="1096"/>
                      <a:pt x="1445" y="1625"/>
                    </a:cubicBezTo>
                    <a:cubicBezTo>
                      <a:pt x="1882" y="2128"/>
                      <a:pt x="2292" y="2684"/>
                      <a:pt x="2676" y="3240"/>
                    </a:cubicBezTo>
                    <a:lnTo>
                      <a:pt x="3364" y="4286"/>
                    </a:lnTo>
                    <a:cubicBezTo>
                      <a:pt x="3311" y="4272"/>
                      <a:pt x="3271" y="4233"/>
                      <a:pt x="3232" y="4219"/>
                    </a:cubicBezTo>
                    <a:lnTo>
                      <a:pt x="2345" y="3822"/>
                    </a:lnTo>
                    <a:cubicBezTo>
                      <a:pt x="2041" y="3690"/>
                      <a:pt x="1749" y="3571"/>
                      <a:pt x="1445" y="3452"/>
                    </a:cubicBezTo>
                    <a:cubicBezTo>
                      <a:pt x="1154" y="3346"/>
                      <a:pt x="836" y="3227"/>
                      <a:pt x="519" y="3161"/>
                    </a:cubicBezTo>
                    <a:cubicBezTo>
                      <a:pt x="514" y="3160"/>
                      <a:pt x="510" y="3159"/>
                      <a:pt x="506" y="3159"/>
                    </a:cubicBezTo>
                    <a:cubicBezTo>
                      <a:pt x="446" y="3159"/>
                      <a:pt x="404" y="3243"/>
                      <a:pt x="466" y="3293"/>
                    </a:cubicBezTo>
                    <a:cubicBezTo>
                      <a:pt x="995" y="3624"/>
                      <a:pt x="1617" y="3836"/>
                      <a:pt x="2186" y="4074"/>
                    </a:cubicBezTo>
                    <a:cubicBezTo>
                      <a:pt x="2477" y="4206"/>
                      <a:pt x="2755" y="4338"/>
                      <a:pt x="3060" y="4444"/>
                    </a:cubicBezTo>
                    <a:cubicBezTo>
                      <a:pt x="3271" y="4537"/>
                      <a:pt x="3483" y="4616"/>
                      <a:pt x="3682" y="4749"/>
                    </a:cubicBezTo>
                    <a:cubicBezTo>
                      <a:pt x="4092" y="5411"/>
                      <a:pt x="4516" y="6086"/>
                      <a:pt x="4926" y="6761"/>
                    </a:cubicBezTo>
                    <a:cubicBezTo>
                      <a:pt x="4952" y="6813"/>
                      <a:pt x="4979" y="6853"/>
                      <a:pt x="4992" y="6893"/>
                    </a:cubicBezTo>
                    <a:lnTo>
                      <a:pt x="4992" y="6297"/>
                    </a:lnTo>
                    <a:cubicBezTo>
                      <a:pt x="4410" y="5344"/>
                      <a:pt x="3827" y="4378"/>
                      <a:pt x="3205" y="3452"/>
                    </a:cubicBezTo>
                    <a:cubicBezTo>
                      <a:pt x="2927" y="3041"/>
                      <a:pt x="2636" y="2631"/>
                      <a:pt x="2345" y="2234"/>
                    </a:cubicBezTo>
                    <a:cubicBezTo>
                      <a:pt x="2332" y="2168"/>
                      <a:pt x="2305" y="2115"/>
                      <a:pt x="2279" y="2062"/>
                    </a:cubicBezTo>
                    <a:cubicBezTo>
                      <a:pt x="2239" y="1969"/>
                      <a:pt x="2213" y="1890"/>
                      <a:pt x="2173" y="1784"/>
                    </a:cubicBezTo>
                    <a:cubicBezTo>
                      <a:pt x="2107" y="1586"/>
                      <a:pt x="2027" y="1387"/>
                      <a:pt x="1961" y="1188"/>
                    </a:cubicBezTo>
                    <a:cubicBezTo>
                      <a:pt x="1895" y="990"/>
                      <a:pt x="1829" y="805"/>
                      <a:pt x="1776" y="606"/>
                    </a:cubicBezTo>
                    <a:cubicBezTo>
                      <a:pt x="1749" y="513"/>
                      <a:pt x="1723" y="408"/>
                      <a:pt x="1696" y="315"/>
                    </a:cubicBezTo>
                    <a:cubicBezTo>
                      <a:pt x="1670" y="209"/>
                      <a:pt x="1644" y="116"/>
                      <a:pt x="1564" y="50"/>
                    </a:cubicBezTo>
                    <a:cubicBezTo>
                      <a:pt x="1550" y="36"/>
                      <a:pt x="1533" y="31"/>
                      <a:pt x="1516" y="31"/>
                    </a:cubicBezTo>
                    <a:cubicBezTo>
                      <a:pt x="1483" y="31"/>
                      <a:pt x="1449" y="51"/>
                      <a:pt x="1432" y="77"/>
                    </a:cubicBezTo>
                    <a:cubicBezTo>
                      <a:pt x="1392" y="183"/>
                      <a:pt x="1419" y="275"/>
                      <a:pt x="1432" y="381"/>
                    </a:cubicBezTo>
                    <a:cubicBezTo>
                      <a:pt x="1445" y="474"/>
                      <a:pt x="1485" y="593"/>
                      <a:pt x="1511" y="699"/>
                    </a:cubicBezTo>
                    <a:cubicBezTo>
                      <a:pt x="1564" y="897"/>
                      <a:pt x="1630" y="1096"/>
                      <a:pt x="1696" y="1294"/>
                    </a:cubicBezTo>
                    <a:cubicBezTo>
                      <a:pt x="1723" y="1387"/>
                      <a:pt x="1776" y="1493"/>
                      <a:pt x="1816" y="1599"/>
                    </a:cubicBezTo>
                    <a:cubicBezTo>
                      <a:pt x="1419" y="1136"/>
                      <a:pt x="1008" y="712"/>
                      <a:pt x="519" y="328"/>
                    </a:cubicBezTo>
                    <a:cubicBezTo>
                      <a:pt x="386" y="236"/>
                      <a:pt x="254" y="116"/>
                      <a:pt x="121" y="11"/>
                    </a:cubicBezTo>
                    <a:cubicBezTo>
                      <a:pt x="110" y="4"/>
                      <a:pt x="99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9"/>
              <p:cNvSpPr/>
              <p:nvPr/>
            </p:nvSpPr>
            <p:spPr>
              <a:xfrm>
                <a:off x="2245926" y="3111722"/>
                <a:ext cx="180024" cy="98709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1606" extrusionOk="0">
                    <a:moveTo>
                      <a:pt x="135" y="0"/>
                    </a:moveTo>
                    <a:cubicBezTo>
                      <a:pt x="46" y="0"/>
                      <a:pt x="0" y="113"/>
                      <a:pt x="96" y="149"/>
                    </a:cubicBezTo>
                    <a:cubicBezTo>
                      <a:pt x="560" y="401"/>
                      <a:pt x="1023" y="613"/>
                      <a:pt x="1486" y="851"/>
                    </a:cubicBezTo>
                    <a:cubicBezTo>
                      <a:pt x="1949" y="1076"/>
                      <a:pt x="2413" y="1327"/>
                      <a:pt x="2863" y="1579"/>
                    </a:cubicBezTo>
                    <a:cubicBezTo>
                      <a:pt x="2876" y="1592"/>
                      <a:pt x="2889" y="1592"/>
                      <a:pt x="2902" y="1605"/>
                    </a:cubicBezTo>
                    <a:lnTo>
                      <a:pt x="2902" y="1301"/>
                    </a:lnTo>
                    <a:lnTo>
                      <a:pt x="2929" y="1301"/>
                    </a:lnTo>
                    <a:cubicBezTo>
                      <a:pt x="2558" y="1076"/>
                      <a:pt x="2201" y="877"/>
                      <a:pt x="1817" y="692"/>
                    </a:cubicBezTo>
                    <a:cubicBezTo>
                      <a:pt x="1288" y="427"/>
                      <a:pt x="745" y="189"/>
                      <a:pt x="163" y="4"/>
                    </a:cubicBezTo>
                    <a:cubicBezTo>
                      <a:pt x="153" y="1"/>
                      <a:pt x="144" y="0"/>
                      <a:pt x="1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" name="Google Shape;235;p9"/>
            <p:cNvGrpSpPr/>
            <p:nvPr/>
          </p:nvGrpSpPr>
          <p:grpSpPr>
            <a:xfrm>
              <a:off x="7822098" y="3576542"/>
              <a:ext cx="1500998" cy="1728276"/>
              <a:chOff x="4502705" y="4034398"/>
              <a:chExt cx="789916" cy="909523"/>
            </a:xfrm>
          </p:grpSpPr>
          <p:sp>
            <p:nvSpPr>
              <p:cNvPr id="236" name="Google Shape;236;p9"/>
              <p:cNvSpPr/>
              <p:nvPr/>
            </p:nvSpPr>
            <p:spPr>
              <a:xfrm>
                <a:off x="5103870" y="4257323"/>
                <a:ext cx="126982" cy="404362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6579" extrusionOk="0">
                    <a:moveTo>
                      <a:pt x="0" y="0"/>
                    </a:moveTo>
                    <a:cubicBezTo>
                      <a:pt x="331" y="702"/>
                      <a:pt x="146" y="1456"/>
                      <a:pt x="503" y="3388"/>
                    </a:cubicBezTo>
                    <a:cubicBezTo>
                      <a:pt x="834" y="5307"/>
                      <a:pt x="1734" y="6353"/>
                      <a:pt x="1734" y="6353"/>
                    </a:cubicBezTo>
                    <a:lnTo>
                      <a:pt x="1959" y="6578"/>
                    </a:lnTo>
                    <a:cubicBezTo>
                      <a:pt x="1959" y="6578"/>
                      <a:pt x="1959" y="6194"/>
                      <a:pt x="2025" y="5493"/>
                    </a:cubicBezTo>
                    <a:cubicBezTo>
                      <a:pt x="2065" y="4778"/>
                      <a:pt x="1972" y="4182"/>
                      <a:pt x="1509" y="2621"/>
                    </a:cubicBezTo>
                    <a:cubicBezTo>
                      <a:pt x="1046" y="1072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4833804" y="4620935"/>
                <a:ext cx="441792" cy="139458"/>
              </a:xfrm>
              <a:custGeom>
                <a:avLst/>
                <a:gdLst/>
                <a:ahLst/>
                <a:cxnLst/>
                <a:rect l="l" t="t" r="r" b="b"/>
                <a:pathLst>
                  <a:path w="7188" h="2269" extrusionOk="0">
                    <a:moveTo>
                      <a:pt x="0" y="0"/>
                    </a:moveTo>
                    <a:cubicBezTo>
                      <a:pt x="0" y="0"/>
                      <a:pt x="2081" y="2269"/>
                      <a:pt x="3986" y="2269"/>
                    </a:cubicBezTo>
                    <a:cubicBezTo>
                      <a:pt x="4038" y="2269"/>
                      <a:pt x="4091" y="2267"/>
                      <a:pt x="4143" y="2263"/>
                    </a:cubicBezTo>
                    <a:cubicBezTo>
                      <a:pt x="6115" y="2131"/>
                      <a:pt x="7187" y="1602"/>
                      <a:pt x="7187" y="1602"/>
                    </a:cubicBezTo>
                    <a:cubicBezTo>
                      <a:pt x="7187" y="1602"/>
                      <a:pt x="6234" y="450"/>
                      <a:pt x="4739" y="437"/>
                    </a:cubicBezTo>
                    <a:cubicBezTo>
                      <a:pt x="4540" y="432"/>
                      <a:pt x="4351" y="429"/>
                      <a:pt x="4172" y="429"/>
                    </a:cubicBezTo>
                    <a:cubicBezTo>
                      <a:pt x="3242" y="429"/>
                      <a:pt x="2558" y="489"/>
                      <a:pt x="1969" y="489"/>
                    </a:cubicBezTo>
                    <a:cubicBezTo>
                      <a:pt x="1824" y="489"/>
                      <a:pt x="1685" y="486"/>
                      <a:pt x="1549" y="477"/>
                    </a:cubicBezTo>
                    <a:cubicBezTo>
                      <a:pt x="755" y="437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4996925" y="4803971"/>
                <a:ext cx="294897" cy="139950"/>
              </a:xfrm>
              <a:custGeom>
                <a:avLst/>
                <a:gdLst/>
                <a:ahLst/>
                <a:cxnLst/>
                <a:rect l="l" t="t" r="r" b="b"/>
                <a:pathLst>
                  <a:path w="4798" h="2277" extrusionOk="0">
                    <a:moveTo>
                      <a:pt x="4798" y="0"/>
                    </a:moveTo>
                    <a:cubicBezTo>
                      <a:pt x="4467" y="53"/>
                      <a:pt x="4136" y="119"/>
                      <a:pt x="3871" y="252"/>
                    </a:cubicBezTo>
                    <a:cubicBezTo>
                      <a:pt x="2971" y="702"/>
                      <a:pt x="2733" y="847"/>
                      <a:pt x="1939" y="1231"/>
                    </a:cubicBezTo>
                    <a:cubicBezTo>
                      <a:pt x="1193" y="1573"/>
                      <a:pt x="414" y="1791"/>
                      <a:pt x="163" y="1791"/>
                    </a:cubicBezTo>
                    <a:cubicBezTo>
                      <a:pt x="143" y="1791"/>
                      <a:pt x="126" y="1790"/>
                      <a:pt x="112" y="1787"/>
                    </a:cubicBezTo>
                    <a:cubicBezTo>
                      <a:pt x="111" y="1787"/>
                      <a:pt x="110" y="1787"/>
                      <a:pt x="109" y="1787"/>
                    </a:cubicBezTo>
                    <a:cubicBezTo>
                      <a:pt x="0" y="1787"/>
                      <a:pt x="860" y="2276"/>
                      <a:pt x="2094" y="2276"/>
                    </a:cubicBezTo>
                    <a:cubicBezTo>
                      <a:pt x="2362" y="2276"/>
                      <a:pt x="2648" y="2253"/>
                      <a:pt x="2945" y="2197"/>
                    </a:cubicBezTo>
                    <a:cubicBezTo>
                      <a:pt x="3540" y="2091"/>
                      <a:pt x="4202" y="1787"/>
                      <a:pt x="4798" y="1443"/>
                    </a:cubicBezTo>
                    <a:lnTo>
                      <a:pt x="47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4845973" y="4471213"/>
                <a:ext cx="274246" cy="63552"/>
              </a:xfrm>
              <a:custGeom>
                <a:avLst/>
                <a:gdLst/>
                <a:ahLst/>
                <a:cxnLst/>
                <a:rect l="l" t="t" r="r" b="b"/>
                <a:pathLst>
                  <a:path w="4462" h="1034" extrusionOk="0">
                    <a:moveTo>
                      <a:pt x="1" y="1"/>
                    </a:moveTo>
                    <a:cubicBezTo>
                      <a:pt x="707" y="766"/>
                      <a:pt x="1548" y="936"/>
                      <a:pt x="2327" y="936"/>
                    </a:cubicBezTo>
                    <a:cubicBezTo>
                      <a:pt x="2613" y="936"/>
                      <a:pt x="2891" y="913"/>
                      <a:pt x="3151" y="888"/>
                    </a:cubicBezTo>
                    <a:cubicBezTo>
                      <a:pt x="3321" y="869"/>
                      <a:pt x="3472" y="862"/>
                      <a:pt x="3605" y="862"/>
                    </a:cubicBezTo>
                    <a:cubicBezTo>
                      <a:pt x="4235" y="862"/>
                      <a:pt x="4461" y="1033"/>
                      <a:pt x="4461" y="1033"/>
                    </a:cubicBezTo>
                    <a:cubicBezTo>
                      <a:pt x="4183" y="723"/>
                      <a:pt x="3618" y="325"/>
                      <a:pt x="2817" y="325"/>
                    </a:cubicBezTo>
                    <a:cubicBezTo>
                      <a:pt x="2628" y="325"/>
                      <a:pt x="2426" y="348"/>
                      <a:pt x="2211" y="398"/>
                    </a:cubicBezTo>
                    <a:cubicBezTo>
                      <a:pt x="2031" y="439"/>
                      <a:pt x="1850" y="456"/>
                      <a:pt x="1675" y="456"/>
                    </a:cubicBezTo>
                    <a:cubicBezTo>
                      <a:pt x="772" y="456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9"/>
              <p:cNvSpPr/>
              <p:nvPr/>
            </p:nvSpPr>
            <p:spPr>
              <a:xfrm>
                <a:off x="4888321" y="4100286"/>
                <a:ext cx="198524" cy="357159"/>
              </a:xfrm>
              <a:custGeom>
                <a:avLst/>
                <a:gdLst/>
                <a:ahLst/>
                <a:cxnLst/>
                <a:rect l="l" t="t" r="r" b="b"/>
                <a:pathLst>
                  <a:path w="3230" h="5811" extrusionOk="0">
                    <a:moveTo>
                      <a:pt x="0" y="1"/>
                    </a:moveTo>
                    <a:cubicBezTo>
                      <a:pt x="0" y="1"/>
                      <a:pt x="530" y="1099"/>
                      <a:pt x="1324" y="2251"/>
                    </a:cubicBezTo>
                    <a:cubicBezTo>
                      <a:pt x="2118" y="3415"/>
                      <a:pt x="3057" y="5626"/>
                      <a:pt x="2978" y="5692"/>
                    </a:cubicBezTo>
                    <a:lnTo>
                      <a:pt x="3110" y="5811"/>
                    </a:lnTo>
                    <a:cubicBezTo>
                      <a:pt x="3110" y="5811"/>
                      <a:pt x="3229" y="4580"/>
                      <a:pt x="2660" y="3032"/>
                    </a:cubicBezTo>
                    <a:cubicBezTo>
                      <a:pt x="2118" y="1457"/>
                      <a:pt x="1165" y="477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>
                <a:off x="4724769" y="4347058"/>
                <a:ext cx="296987" cy="63245"/>
              </a:xfrm>
              <a:custGeom>
                <a:avLst/>
                <a:gdLst/>
                <a:ahLst/>
                <a:cxnLst/>
                <a:rect l="l" t="t" r="r" b="b"/>
                <a:pathLst>
                  <a:path w="4832" h="1029" extrusionOk="0">
                    <a:moveTo>
                      <a:pt x="2522" y="1"/>
                    </a:moveTo>
                    <a:cubicBezTo>
                      <a:pt x="1484" y="1"/>
                      <a:pt x="747" y="266"/>
                      <a:pt x="276" y="266"/>
                    </a:cubicBezTo>
                    <a:cubicBezTo>
                      <a:pt x="171" y="266"/>
                      <a:pt x="80" y="253"/>
                      <a:pt x="1" y="221"/>
                    </a:cubicBezTo>
                    <a:lnTo>
                      <a:pt x="1" y="221"/>
                    </a:lnTo>
                    <a:cubicBezTo>
                      <a:pt x="1" y="221"/>
                      <a:pt x="1219" y="1029"/>
                      <a:pt x="2570" y="1029"/>
                    </a:cubicBezTo>
                    <a:cubicBezTo>
                      <a:pt x="2592" y="1029"/>
                      <a:pt x="2613" y="1029"/>
                      <a:pt x="2635" y="1028"/>
                    </a:cubicBezTo>
                    <a:cubicBezTo>
                      <a:pt x="3998" y="1002"/>
                      <a:pt x="4832" y="724"/>
                      <a:pt x="4832" y="724"/>
                    </a:cubicBezTo>
                    <a:cubicBezTo>
                      <a:pt x="4832" y="724"/>
                      <a:pt x="4580" y="168"/>
                      <a:pt x="3032" y="22"/>
                    </a:cubicBezTo>
                    <a:cubicBezTo>
                      <a:pt x="2854" y="7"/>
                      <a:pt x="2685" y="1"/>
                      <a:pt x="252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>
                <a:off x="4686540" y="4034398"/>
                <a:ext cx="235156" cy="245727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3998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689" y="715"/>
                      <a:pt x="1430" y="1880"/>
                    </a:cubicBezTo>
                    <a:cubicBezTo>
                      <a:pt x="2171" y="3058"/>
                      <a:pt x="3601" y="3998"/>
                      <a:pt x="3601" y="3998"/>
                    </a:cubicBezTo>
                    <a:cubicBezTo>
                      <a:pt x="3826" y="238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>
                <a:off x="4502705" y="4133845"/>
                <a:ext cx="333557" cy="140196"/>
              </a:xfrm>
              <a:custGeom>
                <a:avLst/>
                <a:gdLst/>
                <a:ahLst/>
                <a:cxnLst/>
                <a:rect l="l" t="t" r="r" b="b"/>
                <a:pathLst>
                  <a:path w="5427" h="2281" extrusionOk="0">
                    <a:moveTo>
                      <a:pt x="1" y="328"/>
                    </a:moveTo>
                    <a:cubicBezTo>
                      <a:pt x="1" y="328"/>
                      <a:pt x="1" y="329"/>
                      <a:pt x="1" y="329"/>
                    </a:cubicBezTo>
                    <a:cubicBezTo>
                      <a:pt x="2" y="329"/>
                      <a:pt x="2" y="328"/>
                      <a:pt x="3" y="328"/>
                    </a:cubicBezTo>
                    <a:lnTo>
                      <a:pt x="3" y="328"/>
                    </a:lnTo>
                    <a:cubicBezTo>
                      <a:pt x="2" y="328"/>
                      <a:pt x="1" y="328"/>
                      <a:pt x="1" y="328"/>
                    </a:cubicBezTo>
                    <a:close/>
                    <a:moveTo>
                      <a:pt x="1571" y="0"/>
                    </a:moveTo>
                    <a:cubicBezTo>
                      <a:pt x="640" y="0"/>
                      <a:pt x="44" y="317"/>
                      <a:pt x="3" y="328"/>
                    </a:cubicBezTo>
                    <a:lnTo>
                      <a:pt x="3" y="328"/>
                    </a:lnTo>
                    <a:cubicBezTo>
                      <a:pt x="1179" y="369"/>
                      <a:pt x="1854" y="1348"/>
                      <a:pt x="3031" y="2022"/>
                    </a:cubicBezTo>
                    <a:cubicBezTo>
                      <a:pt x="3356" y="2213"/>
                      <a:pt x="3688" y="2281"/>
                      <a:pt x="3997" y="2281"/>
                    </a:cubicBezTo>
                    <a:cubicBezTo>
                      <a:pt x="4785" y="2281"/>
                      <a:pt x="5427" y="1837"/>
                      <a:pt x="5427" y="1837"/>
                    </a:cubicBezTo>
                    <a:cubicBezTo>
                      <a:pt x="3937" y="361"/>
                      <a:pt x="2563" y="0"/>
                      <a:pt x="15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9"/>
              <p:cNvSpPr/>
              <p:nvPr/>
            </p:nvSpPr>
            <p:spPr>
              <a:xfrm>
                <a:off x="4632022" y="4173857"/>
                <a:ext cx="660599" cy="565086"/>
              </a:xfrm>
              <a:custGeom>
                <a:avLst/>
                <a:gdLst/>
                <a:ahLst/>
                <a:cxnLst/>
                <a:rect l="l" t="t" r="r" b="b"/>
                <a:pathLst>
                  <a:path w="10748" h="9194" extrusionOk="0">
                    <a:moveTo>
                      <a:pt x="2856" y="1"/>
                    </a:moveTo>
                    <a:cubicBezTo>
                      <a:pt x="2830" y="1"/>
                      <a:pt x="2801" y="40"/>
                      <a:pt x="2833" y="61"/>
                    </a:cubicBezTo>
                    <a:lnTo>
                      <a:pt x="3032" y="313"/>
                    </a:lnTo>
                    <a:cubicBezTo>
                      <a:pt x="3098" y="392"/>
                      <a:pt x="3177" y="458"/>
                      <a:pt x="3244" y="538"/>
                    </a:cubicBezTo>
                    <a:lnTo>
                      <a:pt x="3694" y="988"/>
                    </a:lnTo>
                    <a:lnTo>
                      <a:pt x="4382" y="1689"/>
                    </a:lnTo>
                    <a:cubicBezTo>
                      <a:pt x="4117" y="1517"/>
                      <a:pt x="3852" y="1358"/>
                      <a:pt x="3588" y="1226"/>
                    </a:cubicBezTo>
                    <a:cubicBezTo>
                      <a:pt x="2595" y="710"/>
                      <a:pt x="1523" y="365"/>
                      <a:pt x="411" y="193"/>
                    </a:cubicBezTo>
                    <a:cubicBezTo>
                      <a:pt x="279" y="167"/>
                      <a:pt x="147" y="140"/>
                      <a:pt x="14" y="140"/>
                    </a:cubicBezTo>
                    <a:cubicBezTo>
                      <a:pt x="1" y="140"/>
                      <a:pt x="1" y="167"/>
                      <a:pt x="1" y="167"/>
                    </a:cubicBezTo>
                    <a:cubicBezTo>
                      <a:pt x="544" y="299"/>
                      <a:pt x="1086" y="405"/>
                      <a:pt x="1616" y="577"/>
                    </a:cubicBezTo>
                    <a:cubicBezTo>
                      <a:pt x="2172" y="736"/>
                      <a:pt x="2674" y="935"/>
                      <a:pt x="3191" y="1186"/>
                    </a:cubicBezTo>
                    <a:cubicBezTo>
                      <a:pt x="4197" y="1663"/>
                      <a:pt x="5123" y="2311"/>
                      <a:pt x="5891" y="3118"/>
                    </a:cubicBezTo>
                    <a:cubicBezTo>
                      <a:pt x="5970" y="3224"/>
                      <a:pt x="6049" y="3304"/>
                      <a:pt x="6142" y="3410"/>
                    </a:cubicBezTo>
                    <a:cubicBezTo>
                      <a:pt x="6049" y="3370"/>
                      <a:pt x="5957" y="3343"/>
                      <a:pt x="5877" y="3317"/>
                    </a:cubicBezTo>
                    <a:cubicBezTo>
                      <a:pt x="5560" y="3251"/>
                      <a:pt x="5229" y="3238"/>
                      <a:pt x="4911" y="3224"/>
                    </a:cubicBezTo>
                    <a:cubicBezTo>
                      <a:pt x="4713" y="3224"/>
                      <a:pt x="4501" y="3224"/>
                      <a:pt x="4302" y="3251"/>
                    </a:cubicBezTo>
                    <a:cubicBezTo>
                      <a:pt x="4263" y="3251"/>
                      <a:pt x="4249" y="3317"/>
                      <a:pt x="4302" y="3343"/>
                    </a:cubicBezTo>
                    <a:cubicBezTo>
                      <a:pt x="4488" y="3370"/>
                      <a:pt x="4647" y="3370"/>
                      <a:pt x="4832" y="3383"/>
                    </a:cubicBezTo>
                    <a:cubicBezTo>
                      <a:pt x="4991" y="3410"/>
                      <a:pt x="5176" y="3410"/>
                      <a:pt x="5348" y="3423"/>
                    </a:cubicBezTo>
                    <a:cubicBezTo>
                      <a:pt x="5626" y="3436"/>
                      <a:pt x="5904" y="3489"/>
                      <a:pt x="6169" y="3582"/>
                    </a:cubicBezTo>
                    <a:lnTo>
                      <a:pt x="6367" y="3688"/>
                    </a:lnTo>
                    <a:cubicBezTo>
                      <a:pt x="6883" y="4310"/>
                      <a:pt x="7333" y="4998"/>
                      <a:pt x="7770" y="5673"/>
                    </a:cubicBezTo>
                    <a:cubicBezTo>
                      <a:pt x="7677" y="5620"/>
                      <a:pt x="7545" y="5567"/>
                      <a:pt x="7426" y="5540"/>
                    </a:cubicBezTo>
                    <a:cubicBezTo>
                      <a:pt x="7108" y="5461"/>
                      <a:pt x="6764" y="5408"/>
                      <a:pt x="6433" y="5395"/>
                    </a:cubicBezTo>
                    <a:lnTo>
                      <a:pt x="6155" y="5395"/>
                    </a:lnTo>
                    <a:cubicBezTo>
                      <a:pt x="6102" y="5395"/>
                      <a:pt x="6049" y="5408"/>
                      <a:pt x="6010" y="5408"/>
                    </a:cubicBezTo>
                    <a:cubicBezTo>
                      <a:pt x="5957" y="5421"/>
                      <a:pt x="5904" y="5421"/>
                      <a:pt x="5851" y="5435"/>
                    </a:cubicBezTo>
                    <a:cubicBezTo>
                      <a:pt x="5811" y="5435"/>
                      <a:pt x="5824" y="5488"/>
                      <a:pt x="5851" y="5501"/>
                    </a:cubicBezTo>
                    <a:cubicBezTo>
                      <a:pt x="5944" y="5527"/>
                      <a:pt x="6023" y="5527"/>
                      <a:pt x="6102" y="5527"/>
                    </a:cubicBezTo>
                    <a:cubicBezTo>
                      <a:pt x="6182" y="5540"/>
                      <a:pt x="6274" y="5540"/>
                      <a:pt x="6354" y="5540"/>
                    </a:cubicBezTo>
                    <a:lnTo>
                      <a:pt x="6844" y="5593"/>
                    </a:lnTo>
                    <a:cubicBezTo>
                      <a:pt x="7148" y="5620"/>
                      <a:pt x="7466" y="5686"/>
                      <a:pt x="7730" y="5818"/>
                    </a:cubicBezTo>
                    <a:cubicBezTo>
                      <a:pt x="7797" y="5858"/>
                      <a:pt x="7863" y="5885"/>
                      <a:pt x="7929" y="5938"/>
                    </a:cubicBezTo>
                    <a:cubicBezTo>
                      <a:pt x="7942" y="5951"/>
                      <a:pt x="7969" y="5964"/>
                      <a:pt x="7995" y="5990"/>
                    </a:cubicBezTo>
                    <a:cubicBezTo>
                      <a:pt x="8061" y="6096"/>
                      <a:pt x="8141" y="6215"/>
                      <a:pt x="8220" y="6335"/>
                    </a:cubicBezTo>
                    <a:cubicBezTo>
                      <a:pt x="8802" y="7182"/>
                      <a:pt x="9451" y="7989"/>
                      <a:pt x="10192" y="8704"/>
                    </a:cubicBezTo>
                    <a:cubicBezTo>
                      <a:pt x="10113" y="8677"/>
                      <a:pt x="10007" y="8664"/>
                      <a:pt x="9927" y="8651"/>
                    </a:cubicBezTo>
                    <a:cubicBezTo>
                      <a:pt x="9716" y="8611"/>
                      <a:pt x="9491" y="8585"/>
                      <a:pt x="9279" y="8571"/>
                    </a:cubicBezTo>
                    <a:cubicBezTo>
                      <a:pt x="8930" y="8539"/>
                      <a:pt x="8564" y="8515"/>
                      <a:pt x="8202" y="8515"/>
                    </a:cubicBezTo>
                    <a:cubicBezTo>
                      <a:pt x="8124" y="8515"/>
                      <a:pt x="8046" y="8516"/>
                      <a:pt x="7969" y="8518"/>
                    </a:cubicBezTo>
                    <a:lnTo>
                      <a:pt x="7227" y="8571"/>
                    </a:lnTo>
                    <a:cubicBezTo>
                      <a:pt x="7201" y="8585"/>
                      <a:pt x="7201" y="8637"/>
                      <a:pt x="7227" y="8637"/>
                    </a:cubicBezTo>
                    <a:cubicBezTo>
                      <a:pt x="7664" y="8664"/>
                      <a:pt x="8101" y="8677"/>
                      <a:pt x="8538" y="8704"/>
                    </a:cubicBezTo>
                    <a:cubicBezTo>
                      <a:pt x="8961" y="8717"/>
                      <a:pt x="9398" y="8743"/>
                      <a:pt x="9822" y="8810"/>
                    </a:cubicBezTo>
                    <a:cubicBezTo>
                      <a:pt x="9941" y="8836"/>
                      <a:pt x="10073" y="8862"/>
                      <a:pt x="10192" y="8876"/>
                    </a:cubicBezTo>
                    <a:cubicBezTo>
                      <a:pt x="10258" y="8902"/>
                      <a:pt x="10311" y="8902"/>
                      <a:pt x="10377" y="8915"/>
                    </a:cubicBezTo>
                    <a:lnTo>
                      <a:pt x="10417" y="8915"/>
                    </a:lnTo>
                    <a:cubicBezTo>
                      <a:pt x="10536" y="9008"/>
                      <a:pt x="10642" y="9114"/>
                      <a:pt x="10748" y="9193"/>
                    </a:cubicBezTo>
                    <a:lnTo>
                      <a:pt x="10748" y="8942"/>
                    </a:lnTo>
                    <a:cubicBezTo>
                      <a:pt x="10391" y="8637"/>
                      <a:pt x="10020" y="8320"/>
                      <a:pt x="9716" y="7949"/>
                    </a:cubicBezTo>
                    <a:cubicBezTo>
                      <a:pt x="9689" y="7949"/>
                      <a:pt x="9689" y="7936"/>
                      <a:pt x="9689" y="7936"/>
                    </a:cubicBezTo>
                    <a:cubicBezTo>
                      <a:pt x="9623" y="7857"/>
                      <a:pt x="9597" y="7751"/>
                      <a:pt x="9544" y="7671"/>
                    </a:cubicBezTo>
                    <a:cubicBezTo>
                      <a:pt x="9451" y="7486"/>
                      <a:pt x="9385" y="7314"/>
                      <a:pt x="9332" y="7115"/>
                    </a:cubicBezTo>
                    <a:cubicBezTo>
                      <a:pt x="9213" y="6718"/>
                      <a:pt x="9160" y="6321"/>
                      <a:pt x="9120" y="5898"/>
                    </a:cubicBezTo>
                    <a:cubicBezTo>
                      <a:pt x="9094" y="5765"/>
                      <a:pt x="9080" y="5660"/>
                      <a:pt x="9067" y="5540"/>
                    </a:cubicBezTo>
                    <a:cubicBezTo>
                      <a:pt x="9067" y="5474"/>
                      <a:pt x="9054" y="5421"/>
                      <a:pt x="9027" y="5355"/>
                    </a:cubicBezTo>
                    <a:cubicBezTo>
                      <a:pt x="9014" y="5289"/>
                      <a:pt x="9001" y="5236"/>
                      <a:pt x="8988" y="5170"/>
                    </a:cubicBezTo>
                    <a:cubicBezTo>
                      <a:pt x="8974" y="5157"/>
                      <a:pt x="8958" y="5150"/>
                      <a:pt x="8945" y="5150"/>
                    </a:cubicBezTo>
                    <a:cubicBezTo>
                      <a:pt x="8931" y="5150"/>
                      <a:pt x="8922" y="5157"/>
                      <a:pt x="8922" y="5170"/>
                    </a:cubicBezTo>
                    <a:lnTo>
                      <a:pt x="8922" y="5329"/>
                    </a:lnTo>
                    <a:lnTo>
                      <a:pt x="8922" y="5488"/>
                    </a:lnTo>
                    <a:cubicBezTo>
                      <a:pt x="8935" y="5607"/>
                      <a:pt x="8935" y="5699"/>
                      <a:pt x="8948" y="5818"/>
                    </a:cubicBezTo>
                    <a:cubicBezTo>
                      <a:pt x="8961" y="6017"/>
                      <a:pt x="9001" y="6229"/>
                      <a:pt x="9027" y="6454"/>
                    </a:cubicBezTo>
                    <a:cubicBezTo>
                      <a:pt x="9080" y="6811"/>
                      <a:pt x="9160" y="7182"/>
                      <a:pt x="9319" y="7513"/>
                    </a:cubicBezTo>
                    <a:cubicBezTo>
                      <a:pt x="9027" y="7182"/>
                      <a:pt x="8789" y="6851"/>
                      <a:pt x="8538" y="6493"/>
                    </a:cubicBezTo>
                    <a:cubicBezTo>
                      <a:pt x="8154" y="5938"/>
                      <a:pt x="7770" y="5355"/>
                      <a:pt x="7399" y="4799"/>
                    </a:cubicBezTo>
                    <a:cubicBezTo>
                      <a:pt x="7347" y="4667"/>
                      <a:pt x="7307" y="4535"/>
                      <a:pt x="7267" y="4402"/>
                    </a:cubicBezTo>
                    <a:cubicBezTo>
                      <a:pt x="7201" y="4164"/>
                      <a:pt x="7108" y="3939"/>
                      <a:pt x="7042" y="3701"/>
                    </a:cubicBezTo>
                    <a:cubicBezTo>
                      <a:pt x="6910" y="3251"/>
                      <a:pt x="6764" y="2788"/>
                      <a:pt x="6566" y="2364"/>
                    </a:cubicBezTo>
                    <a:cubicBezTo>
                      <a:pt x="6513" y="2245"/>
                      <a:pt x="6447" y="2126"/>
                      <a:pt x="6380" y="2020"/>
                    </a:cubicBezTo>
                    <a:cubicBezTo>
                      <a:pt x="6314" y="1901"/>
                      <a:pt x="6235" y="1782"/>
                      <a:pt x="6155" y="1689"/>
                    </a:cubicBezTo>
                    <a:cubicBezTo>
                      <a:pt x="6144" y="1677"/>
                      <a:pt x="6130" y="1673"/>
                      <a:pt x="6117" y="1673"/>
                    </a:cubicBezTo>
                    <a:cubicBezTo>
                      <a:pt x="6086" y="1673"/>
                      <a:pt x="6061" y="1701"/>
                      <a:pt x="6089" y="1729"/>
                    </a:cubicBezTo>
                    <a:cubicBezTo>
                      <a:pt x="6208" y="1927"/>
                      <a:pt x="6314" y="2152"/>
                      <a:pt x="6420" y="2364"/>
                    </a:cubicBezTo>
                    <a:cubicBezTo>
                      <a:pt x="6513" y="2563"/>
                      <a:pt x="6605" y="2788"/>
                      <a:pt x="6685" y="3013"/>
                    </a:cubicBezTo>
                    <a:cubicBezTo>
                      <a:pt x="6844" y="3476"/>
                      <a:pt x="6963" y="3939"/>
                      <a:pt x="7135" y="4376"/>
                    </a:cubicBezTo>
                    <a:cubicBezTo>
                      <a:pt x="7148" y="4402"/>
                      <a:pt x="7148" y="4429"/>
                      <a:pt x="7161" y="4468"/>
                    </a:cubicBezTo>
                    <a:cubicBezTo>
                      <a:pt x="6870" y="4071"/>
                      <a:pt x="6566" y="3674"/>
                      <a:pt x="6235" y="3290"/>
                    </a:cubicBezTo>
                    <a:cubicBezTo>
                      <a:pt x="5838" y="2840"/>
                      <a:pt x="5414" y="2443"/>
                      <a:pt x="4924" y="2086"/>
                    </a:cubicBezTo>
                    <a:cubicBezTo>
                      <a:pt x="4911" y="2086"/>
                      <a:pt x="4911" y="2060"/>
                      <a:pt x="4911" y="2060"/>
                    </a:cubicBezTo>
                    <a:cubicBezTo>
                      <a:pt x="4845" y="1980"/>
                      <a:pt x="4766" y="1914"/>
                      <a:pt x="4699" y="1835"/>
                    </a:cubicBezTo>
                    <a:cubicBezTo>
                      <a:pt x="4567" y="1689"/>
                      <a:pt x="4422" y="1530"/>
                      <a:pt x="4263" y="1385"/>
                    </a:cubicBezTo>
                    <a:cubicBezTo>
                      <a:pt x="3985" y="1093"/>
                      <a:pt x="3694" y="789"/>
                      <a:pt x="3389" y="498"/>
                    </a:cubicBezTo>
                    <a:lnTo>
                      <a:pt x="3138" y="246"/>
                    </a:lnTo>
                    <a:cubicBezTo>
                      <a:pt x="3058" y="167"/>
                      <a:pt x="2979" y="101"/>
                      <a:pt x="2873" y="8"/>
                    </a:cubicBezTo>
                    <a:cubicBezTo>
                      <a:pt x="2868" y="3"/>
                      <a:pt x="2862" y="1"/>
                      <a:pt x="28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5" name="Google Shape;245;p9"/>
          <p:cNvSpPr txBox="1">
            <a:spLocks noGrp="1"/>
          </p:cNvSpPr>
          <p:nvPr>
            <p:ph type="subTitle" idx="1"/>
          </p:nvPr>
        </p:nvSpPr>
        <p:spPr>
          <a:xfrm>
            <a:off x="3517675" y="2667450"/>
            <a:ext cx="4913100" cy="8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9"/>
          <p:cNvSpPr txBox="1">
            <a:spLocks noGrp="1"/>
          </p:cNvSpPr>
          <p:nvPr>
            <p:ph type="title"/>
          </p:nvPr>
        </p:nvSpPr>
        <p:spPr>
          <a:xfrm>
            <a:off x="3517675" y="1674750"/>
            <a:ext cx="4913100" cy="99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14"/>
          <p:cNvGrpSpPr/>
          <p:nvPr/>
        </p:nvGrpSpPr>
        <p:grpSpPr>
          <a:xfrm rot="1929175">
            <a:off x="8265298" y="3138248"/>
            <a:ext cx="1318453" cy="2524643"/>
            <a:chOff x="3224716" y="3669126"/>
            <a:chExt cx="736259" cy="1409828"/>
          </a:xfrm>
        </p:grpSpPr>
        <p:sp>
          <p:nvSpPr>
            <p:cNvPr id="373" name="Google Shape;373;p14"/>
            <p:cNvSpPr/>
            <p:nvPr/>
          </p:nvSpPr>
          <p:spPr>
            <a:xfrm>
              <a:off x="3537929" y="4954001"/>
              <a:ext cx="423046" cy="124953"/>
            </a:xfrm>
            <a:custGeom>
              <a:avLst/>
              <a:gdLst/>
              <a:ahLst/>
              <a:cxnLst/>
              <a:rect l="l" t="t" r="r" b="b"/>
              <a:pathLst>
                <a:path w="6883" h="2033" extrusionOk="0">
                  <a:moveTo>
                    <a:pt x="710" y="1"/>
                  </a:moveTo>
                  <a:cubicBezTo>
                    <a:pt x="265" y="1"/>
                    <a:pt x="0" y="21"/>
                    <a:pt x="0" y="21"/>
                  </a:cubicBezTo>
                  <a:cubicBezTo>
                    <a:pt x="0" y="21"/>
                    <a:pt x="3574" y="1437"/>
                    <a:pt x="5030" y="1662"/>
                  </a:cubicBezTo>
                  <a:cubicBezTo>
                    <a:pt x="5573" y="1742"/>
                    <a:pt x="6261" y="1874"/>
                    <a:pt x="6883" y="2033"/>
                  </a:cubicBezTo>
                  <a:lnTo>
                    <a:pt x="6883" y="1318"/>
                  </a:lnTo>
                  <a:cubicBezTo>
                    <a:pt x="6420" y="1106"/>
                    <a:pt x="5864" y="881"/>
                    <a:pt x="5215" y="669"/>
                  </a:cubicBezTo>
                  <a:cubicBezTo>
                    <a:pt x="3431" y="93"/>
                    <a:pt x="1659" y="1"/>
                    <a:pt x="7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3484210" y="4681660"/>
              <a:ext cx="475966" cy="157344"/>
            </a:xfrm>
            <a:custGeom>
              <a:avLst/>
              <a:gdLst/>
              <a:ahLst/>
              <a:cxnLst/>
              <a:rect l="l" t="t" r="r" b="b"/>
              <a:pathLst>
                <a:path w="7744" h="2560" extrusionOk="0">
                  <a:moveTo>
                    <a:pt x="901" y="1"/>
                  </a:moveTo>
                  <a:cubicBezTo>
                    <a:pt x="326" y="1"/>
                    <a:pt x="1" y="45"/>
                    <a:pt x="1" y="45"/>
                  </a:cubicBezTo>
                  <a:cubicBezTo>
                    <a:pt x="1" y="45"/>
                    <a:pt x="3177" y="1673"/>
                    <a:pt x="5308" y="2070"/>
                  </a:cubicBezTo>
                  <a:cubicBezTo>
                    <a:pt x="6314" y="2268"/>
                    <a:pt x="7148" y="2440"/>
                    <a:pt x="7744" y="2559"/>
                  </a:cubicBezTo>
                  <a:lnTo>
                    <a:pt x="7744" y="2003"/>
                  </a:lnTo>
                  <a:cubicBezTo>
                    <a:pt x="6870" y="1448"/>
                    <a:pt x="5560" y="706"/>
                    <a:pt x="4130" y="389"/>
                  </a:cubicBezTo>
                  <a:cubicBezTo>
                    <a:pt x="2756" y="71"/>
                    <a:pt x="1629" y="1"/>
                    <a:pt x="9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3363867" y="4420014"/>
              <a:ext cx="560538" cy="152181"/>
            </a:xfrm>
            <a:custGeom>
              <a:avLst/>
              <a:gdLst/>
              <a:ahLst/>
              <a:cxnLst/>
              <a:rect l="l" t="t" r="r" b="b"/>
              <a:pathLst>
                <a:path w="9120" h="2476" extrusionOk="0">
                  <a:moveTo>
                    <a:pt x="2201" y="1"/>
                  </a:moveTo>
                  <a:cubicBezTo>
                    <a:pt x="920" y="1"/>
                    <a:pt x="0" y="172"/>
                    <a:pt x="0" y="172"/>
                  </a:cubicBezTo>
                  <a:cubicBezTo>
                    <a:pt x="0" y="172"/>
                    <a:pt x="2515" y="1231"/>
                    <a:pt x="4937" y="1562"/>
                  </a:cubicBezTo>
                  <a:cubicBezTo>
                    <a:pt x="7346" y="1919"/>
                    <a:pt x="9119" y="2475"/>
                    <a:pt x="9119" y="2475"/>
                  </a:cubicBezTo>
                  <a:cubicBezTo>
                    <a:pt x="9119" y="2475"/>
                    <a:pt x="7610" y="953"/>
                    <a:pt x="5082" y="331"/>
                  </a:cubicBezTo>
                  <a:cubicBezTo>
                    <a:pt x="4071" y="77"/>
                    <a:pt x="3056" y="1"/>
                    <a:pt x="22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3866569" y="3936796"/>
              <a:ext cx="72464" cy="553224"/>
            </a:xfrm>
            <a:custGeom>
              <a:avLst/>
              <a:gdLst/>
              <a:ahLst/>
              <a:cxnLst/>
              <a:rect l="l" t="t" r="r" b="b"/>
              <a:pathLst>
                <a:path w="1179" h="9001" extrusionOk="0">
                  <a:moveTo>
                    <a:pt x="1059" y="0"/>
                  </a:moveTo>
                  <a:lnTo>
                    <a:pt x="1059" y="0"/>
                  </a:lnTo>
                  <a:cubicBezTo>
                    <a:pt x="1059" y="1"/>
                    <a:pt x="120" y="2449"/>
                    <a:pt x="53" y="4620"/>
                  </a:cubicBezTo>
                  <a:cubicBezTo>
                    <a:pt x="1" y="6764"/>
                    <a:pt x="477" y="9000"/>
                    <a:pt x="477" y="9000"/>
                  </a:cubicBezTo>
                  <a:cubicBezTo>
                    <a:pt x="477" y="9000"/>
                    <a:pt x="914" y="6314"/>
                    <a:pt x="1046" y="3839"/>
                  </a:cubicBezTo>
                  <a:cubicBezTo>
                    <a:pt x="1178" y="1351"/>
                    <a:pt x="1059" y="1"/>
                    <a:pt x="10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3260548" y="4155725"/>
              <a:ext cx="537735" cy="180515"/>
            </a:xfrm>
            <a:custGeom>
              <a:avLst/>
              <a:gdLst/>
              <a:ahLst/>
              <a:cxnLst/>
              <a:rect l="l" t="t" r="r" b="b"/>
              <a:pathLst>
                <a:path w="8749" h="2937" extrusionOk="0">
                  <a:moveTo>
                    <a:pt x="502" y="1"/>
                  </a:moveTo>
                  <a:cubicBezTo>
                    <a:pt x="186" y="1"/>
                    <a:pt x="0" y="12"/>
                    <a:pt x="0" y="12"/>
                  </a:cubicBezTo>
                  <a:cubicBezTo>
                    <a:pt x="0" y="12"/>
                    <a:pt x="993" y="819"/>
                    <a:pt x="3719" y="1587"/>
                  </a:cubicBezTo>
                  <a:cubicBezTo>
                    <a:pt x="6433" y="2328"/>
                    <a:pt x="8749" y="2937"/>
                    <a:pt x="8749" y="2937"/>
                  </a:cubicBezTo>
                  <a:cubicBezTo>
                    <a:pt x="8749" y="2937"/>
                    <a:pt x="6486" y="1163"/>
                    <a:pt x="4355" y="528"/>
                  </a:cubicBezTo>
                  <a:cubicBezTo>
                    <a:pt x="2832" y="68"/>
                    <a:pt x="1276" y="1"/>
                    <a:pt x="5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3696563" y="3757816"/>
              <a:ext cx="96865" cy="510139"/>
            </a:xfrm>
            <a:custGeom>
              <a:avLst/>
              <a:gdLst/>
              <a:ahLst/>
              <a:cxnLst/>
              <a:rect l="l" t="t" r="r" b="b"/>
              <a:pathLst>
                <a:path w="1576" h="8300" extrusionOk="0">
                  <a:moveTo>
                    <a:pt x="794" y="1"/>
                  </a:moveTo>
                  <a:cubicBezTo>
                    <a:pt x="794" y="1"/>
                    <a:pt x="0" y="2184"/>
                    <a:pt x="146" y="4117"/>
                  </a:cubicBezTo>
                  <a:cubicBezTo>
                    <a:pt x="318" y="6049"/>
                    <a:pt x="1192" y="8299"/>
                    <a:pt x="1192" y="8299"/>
                  </a:cubicBezTo>
                  <a:cubicBezTo>
                    <a:pt x="1192" y="8299"/>
                    <a:pt x="1575" y="7664"/>
                    <a:pt x="1377" y="5030"/>
                  </a:cubicBezTo>
                  <a:cubicBezTo>
                    <a:pt x="1192" y="2396"/>
                    <a:pt x="794" y="1"/>
                    <a:pt x="7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3224716" y="3669126"/>
              <a:ext cx="433679" cy="446709"/>
            </a:xfrm>
            <a:custGeom>
              <a:avLst/>
              <a:gdLst/>
              <a:ahLst/>
              <a:cxnLst/>
              <a:rect l="l" t="t" r="r" b="b"/>
              <a:pathLst>
                <a:path w="7056" h="7268" extrusionOk="0">
                  <a:moveTo>
                    <a:pt x="1" y="1"/>
                  </a:moveTo>
                  <a:cubicBezTo>
                    <a:pt x="1" y="1"/>
                    <a:pt x="517" y="1523"/>
                    <a:pt x="2330" y="3614"/>
                  </a:cubicBezTo>
                  <a:cubicBezTo>
                    <a:pt x="4157" y="5692"/>
                    <a:pt x="7055" y="7267"/>
                    <a:pt x="7055" y="7267"/>
                  </a:cubicBezTo>
                  <a:cubicBezTo>
                    <a:pt x="7055" y="7267"/>
                    <a:pt x="6446" y="5242"/>
                    <a:pt x="4699" y="3482"/>
                  </a:cubicBezTo>
                  <a:cubicBezTo>
                    <a:pt x="2952" y="1708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3456860" y="3893280"/>
              <a:ext cx="503316" cy="783032"/>
            </a:xfrm>
            <a:custGeom>
              <a:avLst/>
              <a:gdLst/>
              <a:ahLst/>
              <a:cxnLst/>
              <a:rect l="l" t="t" r="r" b="b"/>
              <a:pathLst>
                <a:path w="8189" h="12740" extrusionOk="0">
                  <a:moveTo>
                    <a:pt x="78" y="1"/>
                  </a:moveTo>
                  <a:cubicBezTo>
                    <a:pt x="34" y="1"/>
                    <a:pt x="0" y="57"/>
                    <a:pt x="22" y="113"/>
                  </a:cubicBezTo>
                  <a:cubicBezTo>
                    <a:pt x="155" y="272"/>
                    <a:pt x="287" y="444"/>
                    <a:pt x="446" y="589"/>
                  </a:cubicBezTo>
                  <a:cubicBezTo>
                    <a:pt x="1015" y="1225"/>
                    <a:pt x="1597" y="1847"/>
                    <a:pt x="2140" y="2495"/>
                  </a:cubicBezTo>
                  <a:cubicBezTo>
                    <a:pt x="2696" y="3144"/>
                    <a:pt x="3225" y="3805"/>
                    <a:pt x="3715" y="4494"/>
                  </a:cubicBezTo>
                  <a:cubicBezTo>
                    <a:pt x="4721" y="5870"/>
                    <a:pt x="5621" y="7313"/>
                    <a:pt x="6415" y="8808"/>
                  </a:cubicBezTo>
                  <a:cubicBezTo>
                    <a:pt x="7077" y="10092"/>
                    <a:pt x="7672" y="11389"/>
                    <a:pt x="8189" y="12739"/>
                  </a:cubicBezTo>
                  <a:lnTo>
                    <a:pt x="8189" y="11985"/>
                  </a:lnTo>
                  <a:cubicBezTo>
                    <a:pt x="7633" y="10661"/>
                    <a:pt x="7024" y="9364"/>
                    <a:pt x="6336" y="8107"/>
                  </a:cubicBezTo>
                  <a:cubicBezTo>
                    <a:pt x="5502" y="6598"/>
                    <a:pt x="4575" y="5155"/>
                    <a:pt x="3530" y="3805"/>
                  </a:cubicBezTo>
                  <a:cubicBezTo>
                    <a:pt x="3027" y="3104"/>
                    <a:pt x="2484" y="2442"/>
                    <a:pt x="1902" y="1794"/>
                  </a:cubicBezTo>
                  <a:cubicBezTo>
                    <a:pt x="1333" y="1172"/>
                    <a:pt x="764" y="536"/>
                    <a:pt x="102" y="7"/>
                  </a:cubicBezTo>
                  <a:cubicBezTo>
                    <a:pt x="94" y="3"/>
                    <a:pt x="85" y="1"/>
                    <a:pt x="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" name="Google Shape;381;p14"/>
          <p:cNvGrpSpPr/>
          <p:nvPr/>
        </p:nvGrpSpPr>
        <p:grpSpPr>
          <a:xfrm rot="-1217813" flipH="1">
            <a:off x="-420518" y="933185"/>
            <a:ext cx="1432584" cy="2290958"/>
            <a:chOff x="869719" y="3820447"/>
            <a:chExt cx="836320" cy="1337425"/>
          </a:xfrm>
        </p:grpSpPr>
        <p:sp>
          <p:nvSpPr>
            <p:cNvPr id="382" name="Google Shape;382;p14"/>
            <p:cNvSpPr/>
            <p:nvPr/>
          </p:nvSpPr>
          <p:spPr>
            <a:xfrm>
              <a:off x="1360251" y="4688421"/>
              <a:ext cx="344190" cy="205100"/>
            </a:xfrm>
            <a:custGeom>
              <a:avLst/>
              <a:gdLst/>
              <a:ahLst/>
              <a:cxnLst/>
              <a:rect l="l" t="t" r="r" b="b"/>
              <a:pathLst>
                <a:path w="5600" h="3337" extrusionOk="0">
                  <a:moveTo>
                    <a:pt x="1" y="1"/>
                  </a:moveTo>
                  <a:cubicBezTo>
                    <a:pt x="1" y="1"/>
                    <a:pt x="2859" y="3124"/>
                    <a:pt x="5599" y="3336"/>
                  </a:cubicBezTo>
                  <a:lnTo>
                    <a:pt x="5599" y="636"/>
                  </a:lnTo>
                  <a:cubicBezTo>
                    <a:pt x="4537" y="666"/>
                    <a:pt x="3713" y="725"/>
                    <a:pt x="2988" y="725"/>
                  </a:cubicBezTo>
                  <a:cubicBezTo>
                    <a:pt x="2746" y="725"/>
                    <a:pt x="2515" y="719"/>
                    <a:pt x="2290" y="702"/>
                  </a:cubicBezTo>
                  <a:cubicBezTo>
                    <a:pt x="1126" y="63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1608006" y="5100897"/>
              <a:ext cx="96435" cy="56976"/>
            </a:xfrm>
            <a:custGeom>
              <a:avLst/>
              <a:gdLst/>
              <a:ahLst/>
              <a:cxnLst/>
              <a:rect l="l" t="t" r="r" b="b"/>
              <a:pathLst>
                <a:path w="1569" h="927" extrusionOk="0">
                  <a:moveTo>
                    <a:pt x="1568" y="0"/>
                  </a:moveTo>
                  <a:cubicBezTo>
                    <a:pt x="864" y="252"/>
                    <a:pt x="279" y="372"/>
                    <a:pt x="98" y="372"/>
                  </a:cubicBezTo>
                  <a:cubicBezTo>
                    <a:pt x="88" y="372"/>
                    <a:pt x="80" y="371"/>
                    <a:pt x="73" y="371"/>
                  </a:cubicBezTo>
                  <a:cubicBezTo>
                    <a:pt x="66" y="369"/>
                    <a:pt x="61" y="368"/>
                    <a:pt x="58" y="368"/>
                  </a:cubicBezTo>
                  <a:cubicBezTo>
                    <a:pt x="0" y="368"/>
                    <a:pt x="598" y="725"/>
                    <a:pt x="1568" y="927"/>
                  </a:cubicBezTo>
                  <a:lnTo>
                    <a:pt x="15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4"/>
            <p:cNvSpPr/>
            <p:nvPr/>
          </p:nvSpPr>
          <p:spPr>
            <a:xfrm>
              <a:off x="1377338" y="4467156"/>
              <a:ext cx="327103" cy="84941"/>
            </a:xfrm>
            <a:custGeom>
              <a:avLst/>
              <a:gdLst/>
              <a:ahLst/>
              <a:cxnLst/>
              <a:rect l="l" t="t" r="r" b="b"/>
              <a:pathLst>
                <a:path w="5322" h="1382" extrusionOk="0">
                  <a:moveTo>
                    <a:pt x="1" y="1"/>
                  </a:moveTo>
                  <a:cubicBezTo>
                    <a:pt x="1023" y="1118"/>
                    <a:pt x="2251" y="1381"/>
                    <a:pt x="3394" y="1381"/>
                  </a:cubicBezTo>
                  <a:cubicBezTo>
                    <a:pt x="3834" y="1381"/>
                    <a:pt x="4262" y="1342"/>
                    <a:pt x="4659" y="1298"/>
                  </a:cubicBezTo>
                  <a:cubicBezTo>
                    <a:pt x="4911" y="1258"/>
                    <a:pt x="5123" y="1258"/>
                    <a:pt x="5321" y="1258"/>
                  </a:cubicBezTo>
                  <a:lnTo>
                    <a:pt x="5321" y="689"/>
                  </a:lnTo>
                  <a:cubicBezTo>
                    <a:pt x="4983" y="565"/>
                    <a:pt x="4589" y="483"/>
                    <a:pt x="4148" y="483"/>
                  </a:cubicBezTo>
                  <a:cubicBezTo>
                    <a:pt x="3880" y="483"/>
                    <a:pt x="3596" y="513"/>
                    <a:pt x="3296" y="583"/>
                  </a:cubicBezTo>
                  <a:cubicBezTo>
                    <a:pt x="3022" y="647"/>
                    <a:pt x="2748" y="673"/>
                    <a:pt x="2482" y="673"/>
                  </a:cubicBezTo>
                  <a:cubicBezTo>
                    <a:pt x="1143" y="67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1439968" y="3918049"/>
              <a:ext cx="264473" cy="488197"/>
            </a:xfrm>
            <a:custGeom>
              <a:avLst/>
              <a:gdLst/>
              <a:ahLst/>
              <a:cxnLst/>
              <a:rect l="l" t="t" r="r" b="b"/>
              <a:pathLst>
                <a:path w="4303" h="7943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795" y="1629"/>
                    <a:pt x="1973" y="3336"/>
                  </a:cubicBezTo>
                  <a:cubicBezTo>
                    <a:pt x="2886" y="4673"/>
                    <a:pt x="3945" y="6950"/>
                    <a:pt x="4302" y="7942"/>
                  </a:cubicBezTo>
                  <a:lnTo>
                    <a:pt x="4302" y="5652"/>
                  </a:lnTo>
                  <a:cubicBezTo>
                    <a:pt x="4223" y="5282"/>
                    <a:pt x="4104" y="4885"/>
                    <a:pt x="3958" y="4488"/>
                  </a:cubicBezTo>
                  <a:cubicBezTo>
                    <a:pt x="3151" y="2172"/>
                    <a:pt x="1721" y="71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1197560" y="4284551"/>
              <a:ext cx="440133" cy="93239"/>
            </a:xfrm>
            <a:custGeom>
              <a:avLst/>
              <a:gdLst/>
              <a:ahLst/>
              <a:cxnLst/>
              <a:rect l="l" t="t" r="r" b="b"/>
              <a:pathLst>
                <a:path w="7161" h="1517" extrusionOk="0">
                  <a:moveTo>
                    <a:pt x="3716" y="1"/>
                  </a:moveTo>
                  <a:cubicBezTo>
                    <a:pt x="2197" y="1"/>
                    <a:pt x="1115" y="391"/>
                    <a:pt x="412" y="391"/>
                  </a:cubicBezTo>
                  <a:cubicBezTo>
                    <a:pt x="256" y="391"/>
                    <a:pt x="119" y="371"/>
                    <a:pt x="1" y="325"/>
                  </a:cubicBezTo>
                  <a:lnTo>
                    <a:pt x="1" y="325"/>
                  </a:lnTo>
                  <a:cubicBezTo>
                    <a:pt x="1" y="325"/>
                    <a:pt x="1795" y="1517"/>
                    <a:pt x="3807" y="1517"/>
                  </a:cubicBezTo>
                  <a:cubicBezTo>
                    <a:pt x="3840" y="1517"/>
                    <a:pt x="3872" y="1517"/>
                    <a:pt x="3905" y="1516"/>
                  </a:cubicBezTo>
                  <a:cubicBezTo>
                    <a:pt x="5930" y="1476"/>
                    <a:pt x="7161" y="1053"/>
                    <a:pt x="7161" y="1053"/>
                  </a:cubicBezTo>
                  <a:cubicBezTo>
                    <a:pt x="7161" y="1053"/>
                    <a:pt x="6777" y="245"/>
                    <a:pt x="4474" y="34"/>
                  </a:cubicBezTo>
                  <a:cubicBezTo>
                    <a:pt x="4210" y="11"/>
                    <a:pt x="3957" y="1"/>
                    <a:pt x="37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1142244" y="3820447"/>
              <a:ext cx="346587" cy="364534"/>
            </a:xfrm>
            <a:custGeom>
              <a:avLst/>
              <a:gdLst/>
              <a:ahLst/>
              <a:cxnLst/>
              <a:rect l="l" t="t" r="r" b="b"/>
              <a:pathLst>
                <a:path w="5639" h="5931" extrusionOk="0">
                  <a:moveTo>
                    <a:pt x="1" y="1"/>
                  </a:moveTo>
                  <a:cubicBezTo>
                    <a:pt x="1" y="1"/>
                    <a:pt x="993" y="1046"/>
                    <a:pt x="2105" y="2780"/>
                  </a:cubicBezTo>
                  <a:cubicBezTo>
                    <a:pt x="3230" y="4540"/>
                    <a:pt x="5334" y="5930"/>
                    <a:pt x="5334" y="5930"/>
                  </a:cubicBezTo>
                  <a:cubicBezTo>
                    <a:pt x="5639" y="3535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869719" y="3968510"/>
              <a:ext cx="494650" cy="208051"/>
            </a:xfrm>
            <a:custGeom>
              <a:avLst/>
              <a:gdLst/>
              <a:ahLst/>
              <a:cxnLst/>
              <a:rect l="l" t="t" r="r" b="b"/>
              <a:pathLst>
                <a:path w="8048" h="3385" extrusionOk="0">
                  <a:moveTo>
                    <a:pt x="2332" y="0"/>
                  </a:moveTo>
                  <a:cubicBezTo>
                    <a:pt x="898" y="0"/>
                    <a:pt x="1" y="517"/>
                    <a:pt x="1" y="530"/>
                  </a:cubicBezTo>
                  <a:cubicBezTo>
                    <a:pt x="1735" y="543"/>
                    <a:pt x="2754" y="2012"/>
                    <a:pt x="4487" y="3005"/>
                  </a:cubicBezTo>
                  <a:cubicBezTo>
                    <a:pt x="4975" y="3284"/>
                    <a:pt x="5469" y="3384"/>
                    <a:pt x="5928" y="3384"/>
                  </a:cubicBezTo>
                  <a:cubicBezTo>
                    <a:pt x="7103" y="3384"/>
                    <a:pt x="8048" y="2727"/>
                    <a:pt x="8048" y="2727"/>
                  </a:cubicBezTo>
                  <a:cubicBezTo>
                    <a:pt x="5837" y="543"/>
                    <a:pt x="3803" y="0"/>
                    <a:pt x="23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1616980" y="4176254"/>
              <a:ext cx="89059" cy="224277"/>
            </a:xfrm>
            <a:custGeom>
              <a:avLst/>
              <a:gdLst/>
              <a:ahLst/>
              <a:cxnLst/>
              <a:rect l="l" t="t" r="r" b="b"/>
              <a:pathLst>
                <a:path w="1449" h="3649" extrusionOk="0">
                  <a:moveTo>
                    <a:pt x="76" y="0"/>
                  </a:moveTo>
                  <a:cubicBezTo>
                    <a:pt x="35" y="0"/>
                    <a:pt x="0" y="41"/>
                    <a:pt x="19" y="88"/>
                  </a:cubicBezTo>
                  <a:cubicBezTo>
                    <a:pt x="165" y="406"/>
                    <a:pt x="337" y="724"/>
                    <a:pt x="496" y="1028"/>
                  </a:cubicBezTo>
                  <a:cubicBezTo>
                    <a:pt x="654" y="1346"/>
                    <a:pt x="774" y="1676"/>
                    <a:pt x="893" y="1994"/>
                  </a:cubicBezTo>
                  <a:cubicBezTo>
                    <a:pt x="1091" y="2537"/>
                    <a:pt x="1263" y="3106"/>
                    <a:pt x="1449" y="3649"/>
                  </a:cubicBezTo>
                  <a:lnTo>
                    <a:pt x="1449" y="3040"/>
                  </a:lnTo>
                  <a:cubicBezTo>
                    <a:pt x="1224" y="2351"/>
                    <a:pt x="1025" y="1690"/>
                    <a:pt x="734" y="1054"/>
                  </a:cubicBezTo>
                  <a:cubicBezTo>
                    <a:pt x="654" y="869"/>
                    <a:pt x="562" y="684"/>
                    <a:pt x="469" y="525"/>
                  </a:cubicBezTo>
                  <a:cubicBezTo>
                    <a:pt x="363" y="340"/>
                    <a:pt x="257" y="194"/>
                    <a:pt x="125" y="22"/>
                  </a:cubicBezTo>
                  <a:cubicBezTo>
                    <a:pt x="110" y="7"/>
                    <a:pt x="93" y="0"/>
                    <a:pt x="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1060068" y="4025425"/>
              <a:ext cx="644373" cy="419850"/>
            </a:xfrm>
            <a:custGeom>
              <a:avLst/>
              <a:gdLst/>
              <a:ahLst/>
              <a:cxnLst/>
              <a:rect l="l" t="t" r="r" b="b"/>
              <a:pathLst>
                <a:path w="10484" h="6831" extrusionOk="0">
                  <a:moveTo>
                    <a:pt x="4264" y="1"/>
                  </a:moveTo>
                  <a:cubicBezTo>
                    <a:pt x="4223" y="1"/>
                    <a:pt x="4189" y="43"/>
                    <a:pt x="4210" y="94"/>
                  </a:cubicBezTo>
                  <a:cubicBezTo>
                    <a:pt x="4315" y="226"/>
                    <a:pt x="4408" y="345"/>
                    <a:pt x="4514" y="451"/>
                  </a:cubicBezTo>
                  <a:cubicBezTo>
                    <a:pt x="4620" y="570"/>
                    <a:pt x="4726" y="689"/>
                    <a:pt x="4832" y="808"/>
                  </a:cubicBezTo>
                  <a:cubicBezTo>
                    <a:pt x="5043" y="1033"/>
                    <a:pt x="5255" y="1245"/>
                    <a:pt x="5493" y="1483"/>
                  </a:cubicBezTo>
                  <a:cubicBezTo>
                    <a:pt x="5838" y="1828"/>
                    <a:pt x="6168" y="2172"/>
                    <a:pt x="6513" y="2529"/>
                  </a:cubicBezTo>
                  <a:cubicBezTo>
                    <a:pt x="6129" y="2278"/>
                    <a:pt x="5745" y="2066"/>
                    <a:pt x="5348" y="1841"/>
                  </a:cubicBezTo>
                  <a:cubicBezTo>
                    <a:pt x="3865" y="1086"/>
                    <a:pt x="2277" y="570"/>
                    <a:pt x="649" y="319"/>
                  </a:cubicBezTo>
                  <a:cubicBezTo>
                    <a:pt x="451" y="292"/>
                    <a:pt x="239" y="279"/>
                    <a:pt x="54" y="253"/>
                  </a:cubicBezTo>
                  <a:cubicBezTo>
                    <a:pt x="14" y="253"/>
                    <a:pt x="1" y="305"/>
                    <a:pt x="27" y="305"/>
                  </a:cubicBezTo>
                  <a:cubicBezTo>
                    <a:pt x="848" y="504"/>
                    <a:pt x="1642" y="689"/>
                    <a:pt x="2436" y="914"/>
                  </a:cubicBezTo>
                  <a:cubicBezTo>
                    <a:pt x="3230" y="1166"/>
                    <a:pt x="3998" y="1470"/>
                    <a:pt x="4752" y="1814"/>
                  </a:cubicBezTo>
                  <a:cubicBezTo>
                    <a:pt x="6235" y="2529"/>
                    <a:pt x="7611" y="3482"/>
                    <a:pt x="8736" y="4673"/>
                  </a:cubicBezTo>
                  <a:cubicBezTo>
                    <a:pt x="8868" y="4805"/>
                    <a:pt x="8988" y="4951"/>
                    <a:pt x="9120" y="5083"/>
                  </a:cubicBezTo>
                  <a:cubicBezTo>
                    <a:pt x="8988" y="5044"/>
                    <a:pt x="8855" y="5004"/>
                    <a:pt x="8723" y="4978"/>
                  </a:cubicBezTo>
                  <a:cubicBezTo>
                    <a:pt x="8260" y="4858"/>
                    <a:pt x="7770" y="4845"/>
                    <a:pt x="7293" y="4832"/>
                  </a:cubicBezTo>
                  <a:cubicBezTo>
                    <a:pt x="7173" y="4821"/>
                    <a:pt x="7048" y="4815"/>
                    <a:pt x="6921" y="4815"/>
                  </a:cubicBezTo>
                  <a:cubicBezTo>
                    <a:pt x="6741" y="4815"/>
                    <a:pt x="6558" y="4827"/>
                    <a:pt x="6380" y="4858"/>
                  </a:cubicBezTo>
                  <a:cubicBezTo>
                    <a:pt x="6314" y="4872"/>
                    <a:pt x="6301" y="4978"/>
                    <a:pt x="6380" y="4978"/>
                  </a:cubicBezTo>
                  <a:cubicBezTo>
                    <a:pt x="6632" y="5030"/>
                    <a:pt x="6896" y="5030"/>
                    <a:pt x="7161" y="5044"/>
                  </a:cubicBezTo>
                  <a:cubicBezTo>
                    <a:pt x="7413" y="5057"/>
                    <a:pt x="7677" y="5070"/>
                    <a:pt x="7929" y="5083"/>
                  </a:cubicBezTo>
                  <a:cubicBezTo>
                    <a:pt x="8339" y="5123"/>
                    <a:pt x="8749" y="5189"/>
                    <a:pt x="9146" y="5335"/>
                  </a:cubicBezTo>
                  <a:cubicBezTo>
                    <a:pt x="9265" y="5375"/>
                    <a:pt x="9358" y="5428"/>
                    <a:pt x="9464" y="5467"/>
                  </a:cubicBezTo>
                  <a:cubicBezTo>
                    <a:pt x="9464" y="5467"/>
                    <a:pt x="9464" y="5467"/>
                    <a:pt x="9464" y="5467"/>
                  </a:cubicBezTo>
                  <a:lnTo>
                    <a:pt x="9464" y="5467"/>
                  </a:lnTo>
                  <a:cubicBezTo>
                    <a:pt x="9464" y="5480"/>
                    <a:pt x="9467" y="5487"/>
                    <a:pt x="9469" y="5487"/>
                  </a:cubicBezTo>
                  <a:cubicBezTo>
                    <a:pt x="9471" y="5487"/>
                    <a:pt x="9471" y="5480"/>
                    <a:pt x="9464" y="5467"/>
                  </a:cubicBezTo>
                  <a:lnTo>
                    <a:pt x="9464" y="5467"/>
                  </a:lnTo>
                  <a:cubicBezTo>
                    <a:pt x="9821" y="5917"/>
                    <a:pt x="10152" y="6367"/>
                    <a:pt x="10483" y="6830"/>
                  </a:cubicBezTo>
                  <a:lnTo>
                    <a:pt x="10483" y="6367"/>
                  </a:lnTo>
                  <a:cubicBezTo>
                    <a:pt x="10099" y="5851"/>
                    <a:pt x="9729" y="5335"/>
                    <a:pt x="9292" y="4858"/>
                  </a:cubicBezTo>
                  <a:cubicBezTo>
                    <a:pt x="8723" y="4197"/>
                    <a:pt x="8061" y="3601"/>
                    <a:pt x="7346" y="3072"/>
                  </a:cubicBezTo>
                  <a:lnTo>
                    <a:pt x="7333" y="3058"/>
                  </a:lnTo>
                  <a:cubicBezTo>
                    <a:pt x="7227" y="2939"/>
                    <a:pt x="7108" y="2820"/>
                    <a:pt x="7015" y="2701"/>
                  </a:cubicBezTo>
                  <a:cubicBezTo>
                    <a:pt x="6790" y="2476"/>
                    <a:pt x="6579" y="2264"/>
                    <a:pt x="6367" y="2039"/>
                  </a:cubicBezTo>
                  <a:cubicBezTo>
                    <a:pt x="5943" y="1603"/>
                    <a:pt x="5493" y="1153"/>
                    <a:pt x="5057" y="716"/>
                  </a:cubicBezTo>
                  <a:cubicBezTo>
                    <a:pt x="4951" y="610"/>
                    <a:pt x="4832" y="478"/>
                    <a:pt x="4699" y="358"/>
                  </a:cubicBezTo>
                  <a:lnTo>
                    <a:pt x="4302" y="14"/>
                  </a:lnTo>
                  <a:cubicBezTo>
                    <a:pt x="4290" y="5"/>
                    <a:pt x="4276" y="1"/>
                    <a:pt x="4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1592887" y="4517617"/>
              <a:ext cx="111554" cy="18746"/>
            </a:xfrm>
            <a:custGeom>
              <a:avLst/>
              <a:gdLst/>
              <a:ahLst/>
              <a:cxnLst/>
              <a:rect l="l" t="t" r="r" b="b"/>
              <a:pathLst>
                <a:path w="1815" h="305" extrusionOk="0">
                  <a:moveTo>
                    <a:pt x="477" y="0"/>
                  </a:moveTo>
                  <a:cubicBezTo>
                    <a:pt x="411" y="0"/>
                    <a:pt x="332" y="14"/>
                    <a:pt x="266" y="14"/>
                  </a:cubicBezTo>
                  <a:cubicBezTo>
                    <a:pt x="199" y="14"/>
                    <a:pt x="120" y="27"/>
                    <a:pt x="54" y="40"/>
                  </a:cubicBezTo>
                  <a:cubicBezTo>
                    <a:pt x="1" y="67"/>
                    <a:pt x="1" y="146"/>
                    <a:pt x="54" y="146"/>
                  </a:cubicBezTo>
                  <a:cubicBezTo>
                    <a:pt x="160" y="172"/>
                    <a:pt x="292" y="159"/>
                    <a:pt x="411" y="172"/>
                  </a:cubicBezTo>
                  <a:cubicBezTo>
                    <a:pt x="530" y="199"/>
                    <a:pt x="663" y="199"/>
                    <a:pt x="769" y="199"/>
                  </a:cubicBezTo>
                  <a:cubicBezTo>
                    <a:pt x="1020" y="212"/>
                    <a:pt x="1258" y="225"/>
                    <a:pt x="1496" y="265"/>
                  </a:cubicBezTo>
                  <a:cubicBezTo>
                    <a:pt x="1602" y="278"/>
                    <a:pt x="1721" y="292"/>
                    <a:pt x="1814" y="305"/>
                  </a:cubicBezTo>
                  <a:lnTo>
                    <a:pt x="1814" y="93"/>
                  </a:lnTo>
                  <a:cubicBezTo>
                    <a:pt x="1523" y="40"/>
                    <a:pt x="1205" y="14"/>
                    <a:pt x="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2" name="Google Shape;392;p14"/>
          <p:cNvSpPr/>
          <p:nvPr/>
        </p:nvSpPr>
        <p:spPr>
          <a:xfrm>
            <a:off x="3170144" y="4707056"/>
            <a:ext cx="1822701" cy="307804"/>
          </a:xfrm>
          <a:custGeom>
            <a:avLst/>
            <a:gdLst/>
            <a:ahLst/>
            <a:cxnLst/>
            <a:rect l="l" t="t" r="r" b="b"/>
            <a:pathLst>
              <a:path w="21637" h="3654" extrusionOk="0">
                <a:moveTo>
                  <a:pt x="10155" y="1"/>
                </a:moveTo>
                <a:cubicBezTo>
                  <a:pt x="10110" y="1"/>
                  <a:pt x="10065" y="2"/>
                  <a:pt x="10020" y="3"/>
                </a:cubicBezTo>
                <a:cubicBezTo>
                  <a:pt x="8233" y="69"/>
                  <a:pt x="6499" y="1062"/>
                  <a:pt x="5573" y="1697"/>
                </a:cubicBezTo>
                <a:cubicBezTo>
                  <a:pt x="5123" y="2015"/>
                  <a:pt x="4580" y="2174"/>
                  <a:pt x="4024" y="2187"/>
                </a:cubicBezTo>
                <a:cubicBezTo>
                  <a:pt x="3667" y="2187"/>
                  <a:pt x="3230" y="2213"/>
                  <a:pt x="2648" y="2240"/>
                </a:cubicBezTo>
                <a:cubicBezTo>
                  <a:pt x="1086" y="2346"/>
                  <a:pt x="1" y="3577"/>
                  <a:pt x="1" y="3577"/>
                </a:cubicBezTo>
                <a:cubicBezTo>
                  <a:pt x="1" y="3577"/>
                  <a:pt x="9648" y="3653"/>
                  <a:pt x="16048" y="3653"/>
                </a:cubicBezTo>
                <a:cubicBezTo>
                  <a:pt x="19248" y="3653"/>
                  <a:pt x="21636" y="3634"/>
                  <a:pt x="21601" y="3577"/>
                </a:cubicBezTo>
                <a:cubicBezTo>
                  <a:pt x="21045" y="2716"/>
                  <a:pt x="20145" y="2041"/>
                  <a:pt x="18808" y="2041"/>
                </a:cubicBezTo>
                <a:cubicBezTo>
                  <a:pt x="17557" y="2041"/>
                  <a:pt x="17315" y="2633"/>
                  <a:pt x="16258" y="2633"/>
                </a:cubicBezTo>
                <a:cubicBezTo>
                  <a:pt x="16186" y="2633"/>
                  <a:pt x="16110" y="2630"/>
                  <a:pt x="16029" y="2624"/>
                </a:cubicBezTo>
                <a:cubicBezTo>
                  <a:pt x="14780" y="2546"/>
                  <a:pt x="12714" y="1"/>
                  <a:pt x="10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61500" y="4411665"/>
            <a:ext cx="1303446" cy="187765"/>
          </a:xfrm>
          <a:custGeom>
            <a:avLst/>
            <a:gdLst/>
            <a:ahLst/>
            <a:cxnLst/>
            <a:rect l="l" t="t" r="r" b="b"/>
            <a:pathLst>
              <a:path w="15473" h="2229" extrusionOk="0">
                <a:moveTo>
                  <a:pt x="6864" y="1"/>
                </a:moveTo>
                <a:cubicBezTo>
                  <a:pt x="6793" y="1"/>
                  <a:pt x="6720" y="2"/>
                  <a:pt x="6644" y="5"/>
                </a:cubicBezTo>
                <a:cubicBezTo>
                  <a:pt x="4196" y="84"/>
                  <a:pt x="3389" y="1553"/>
                  <a:pt x="2899" y="1699"/>
                </a:cubicBezTo>
                <a:cubicBezTo>
                  <a:pt x="2692" y="1762"/>
                  <a:pt x="2511" y="1782"/>
                  <a:pt x="2323" y="1782"/>
                </a:cubicBezTo>
                <a:cubicBezTo>
                  <a:pt x="2040" y="1782"/>
                  <a:pt x="1739" y="1739"/>
                  <a:pt x="1311" y="1739"/>
                </a:cubicBezTo>
                <a:cubicBezTo>
                  <a:pt x="583" y="1739"/>
                  <a:pt x="0" y="2228"/>
                  <a:pt x="0" y="2228"/>
                </a:cubicBezTo>
                <a:lnTo>
                  <a:pt x="15472" y="2228"/>
                </a:lnTo>
                <a:cubicBezTo>
                  <a:pt x="15472" y="2228"/>
                  <a:pt x="14652" y="1130"/>
                  <a:pt x="13130" y="1037"/>
                </a:cubicBezTo>
                <a:cubicBezTo>
                  <a:pt x="13053" y="1034"/>
                  <a:pt x="12980" y="1032"/>
                  <a:pt x="12910" y="1032"/>
                </a:cubicBezTo>
                <a:cubicBezTo>
                  <a:pt x="11724" y="1032"/>
                  <a:pt x="11458" y="1489"/>
                  <a:pt x="10545" y="1489"/>
                </a:cubicBezTo>
                <a:cubicBezTo>
                  <a:pt x="10452" y="1489"/>
                  <a:pt x="10352" y="1484"/>
                  <a:pt x="10244" y="1474"/>
                </a:cubicBezTo>
                <a:cubicBezTo>
                  <a:pt x="9052" y="1359"/>
                  <a:pt x="9077" y="1"/>
                  <a:pt x="686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2230968" y="4718567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370925" y="3872725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7694625" y="4707200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8789568" y="2429367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8536125" y="1615425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3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18"/>
          <p:cNvGrpSpPr/>
          <p:nvPr/>
        </p:nvGrpSpPr>
        <p:grpSpPr>
          <a:xfrm>
            <a:off x="-705696" y="1071690"/>
            <a:ext cx="10594584" cy="4201024"/>
            <a:chOff x="-705696" y="1071690"/>
            <a:chExt cx="10594584" cy="4201024"/>
          </a:xfrm>
        </p:grpSpPr>
        <p:grpSp>
          <p:nvGrpSpPr>
            <p:cNvPr id="474" name="Google Shape;474;p18"/>
            <p:cNvGrpSpPr/>
            <p:nvPr/>
          </p:nvGrpSpPr>
          <p:grpSpPr>
            <a:xfrm rot="-813306" flipH="1">
              <a:off x="-428206" y="1191033"/>
              <a:ext cx="1318404" cy="2524550"/>
              <a:chOff x="3224716" y="3669126"/>
              <a:chExt cx="736259" cy="1409828"/>
            </a:xfrm>
          </p:grpSpPr>
          <p:sp>
            <p:nvSpPr>
              <p:cNvPr id="475" name="Google Shape;475;p18"/>
              <p:cNvSpPr/>
              <p:nvPr/>
            </p:nvSpPr>
            <p:spPr>
              <a:xfrm>
                <a:off x="3537929" y="4954001"/>
                <a:ext cx="423046" cy="124953"/>
              </a:xfrm>
              <a:custGeom>
                <a:avLst/>
                <a:gdLst/>
                <a:ahLst/>
                <a:cxnLst/>
                <a:rect l="l" t="t" r="r" b="b"/>
                <a:pathLst>
                  <a:path w="6883" h="2033" extrusionOk="0">
                    <a:moveTo>
                      <a:pt x="710" y="1"/>
                    </a:moveTo>
                    <a:cubicBezTo>
                      <a:pt x="265" y="1"/>
                      <a:pt x="0" y="21"/>
                      <a:pt x="0" y="21"/>
                    </a:cubicBezTo>
                    <a:cubicBezTo>
                      <a:pt x="0" y="21"/>
                      <a:pt x="3574" y="1437"/>
                      <a:pt x="5030" y="1662"/>
                    </a:cubicBezTo>
                    <a:cubicBezTo>
                      <a:pt x="5573" y="1742"/>
                      <a:pt x="6261" y="1874"/>
                      <a:pt x="6883" y="2033"/>
                    </a:cubicBezTo>
                    <a:lnTo>
                      <a:pt x="6883" y="1318"/>
                    </a:lnTo>
                    <a:cubicBezTo>
                      <a:pt x="6420" y="1106"/>
                      <a:pt x="5864" y="881"/>
                      <a:pt x="5215" y="669"/>
                    </a:cubicBezTo>
                    <a:cubicBezTo>
                      <a:pt x="3431" y="93"/>
                      <a:pt x="1659" y="1"/>
                      <a:pt x="7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8"/>
              <p:cNvSpPr/>
              <p:nvPr/>
            </p:nvSpPr>
            <p:spPr>
              <a:xfrm>
                <a:off x="3484210" y="4681660"/>
                <a:ext cx="475966" cy="157344"/>
              </a:xfrm>
              <a:custGeom>
                <a:avLst/>
                <a:gdLst/>
                <a:ahLst/>
                <a:cxnLst/>
                <a:rect l="l" t="t" r="r" b="b"/>
                <a:pathLst>
                  <a:path w="7744" h="2560" extrusionOk="0">
                    <a:moveTo>
                      <a:pt x="901" y="1"/>
                    </a:moveTo>
                    <a:cubicBezTo>
                      <a:pt x="326" y="1"/>
                      <a:pt x="1" y="45"/>
                      <a:pt x="1" y="45"/>
                    </a:cubicBezTo>
                    <a:cubicBezTo>
                      <a:pt x="1" y="45"/>
                      <a:pt x="3177" y="1673"/>
                      <a:pt x="5308" y="2070"/>
                    </a:cubicBezTo>
                    <a:cubicBezTo>
                      <a:pt x="6314" y="2268"/>
                      <a:pt x="7148" y="2440"/>
                      <a:pt x="7744" y="2559"/>
                    </a:cubicBezTo>
                    <a:lnTo>
                      <a:pt x="7744" y="2003"/>
                    </a:lnTo>
                    <a:cubicBezTo>
                      <a:pt x="6870" y="1448"/>
                      <a:pt x="5560" y="706"/>
                      <a:pt x="4130" y="389"/>
                    </a:cubicBezTo>
                    <a:cubicBezTo>
                      <a:pt x="2756" y="71"/>
                      <a:pt x="1629" y="1"/>
                      <a:pt x="9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8"/>
              <p:cNvSpPr/>
              <p:nvPr/>
            </p:nvSpPr>
            <p:spPr>
              <a:xfrm>
                <a:off x="3363867" y="4420014"/>
                <a:ext cx="560538" cy="152181"/>
              </a:xfrm>
              <a:custGeom>
                <a:avLst/>
                <a:gdLst/>
                <a:ahLst/>
                <a:cxnLst/>
                <a:rect l="l" t="t" r="r" b="b"/>
                <a:pathLst>
                  <a:path w="9120" h="2476" extrusionOk="0">
                    <a:moveTo>
                      <a:pt x="2201" y="1"/>
                    </a:moveTo>
                    <a:cubicBezTo>
                      <a:pt x="920" y="1"/>
                      <a:pt x="0" y="172"/>
                      <a:pt x="0" y="172"/>
                    </a:cubicBezTo>
                    <a:cubicBezTo>
                      <a:pt x="0" y="172"/>
                      <a:pt x="2515" y="1231"/>
                      <a:pt x="4937" y="1562"/>
                    </a:cubicBezTo>
                    <a:cubicBezTo>
                      <a:pt x="7346" y="1919"/>
                      <a:pt x="9119" y="2475"/>
                      <a:pt x="9119" y="2475"/>
                    </a:cubicBezTo>
                    <a:cubicBezTo>
                      <a:pt x="9119" y="2475"/>
                      <a:pt x="7610" y="953"/>
                      <a:pt x="5082" y="331"/>
                    </a:cubicBezTo>
                    <a:cubicBezTo>
                      <a:pt x="4071" y="77"/>
                      <a:pt x="3056" y="1"/>
                      <a:pt x="22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8"/>
              <p:cNvSpPr/>
              <p:nvPr/>
            </p:nvSpPr>
            <p:spPr>
              <a:xfrm>
                <a:off x="3866569" y="3936796"/>
                <a:ext cx="72464" cy="553224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9001" extrusionOk="0">
                    <a:moveTo>
                      <a:pt x="1059" y="0"/>
                    </a:moveTo>
                    <a:lnTo>
                      <a:pt x="1059" y="0"/>
                    </a:lnTo>
                    <a:cubicBezTo>
                      <a:pt x="1059" y="1"/>
                      <a:pt x="120" y="2449"/>
                      <a:pt x="53" y="4620"/>
                    </a:cubicBezTo>
                    <a:cubicBezTo>
                      <a:pt x="1" y="6764"/>
                      <a:pt x="477" y="9000"/>
                      <a:pt x="477" y="9000"/>
                    </a:cubicBezTo>
                    <a:cubicBezTo>
                      <a:pt x="477" y="9000"/>
                      <a:pt x="914" y="6314"/>
                      <a:pt x="1046" y="3839"/>
                    </a:cubicBezTo>
                    <a:cubicBezTo>
                      <a:pt x="1178" y="1351"/>
                      <a:pt x="1059" y="1"/>
                      <a:pt x="10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8"/>
              <p:cNvSpPr/>
              <p:nvPr/>
            </p:nvSpPr>
            <p:spPr>
              <a:xfrm>
                <a:off x="3260548" y="4155725"/>
                <a:ext cx="537735" cy="180515"/>
              </a:xfrm>
              <a:custGeom>
                <a:avLst/>
                <a:gdLst/>
                <a:ahLst/>
                <a:cxnLst/>
                <a:rect l="l" t="t" r="r" b="b"/>
                <a:pathLst>
                  <a:path w="8749" h="2937" extrusionOk="0">
                    <a:moveTo>
                      <a:pt x="502" y="1"/>
                    </a:moveTo>
                    <a:cubicBezTo>
                      <a:pt x="186" y="1"/>
                      <a:pt x="0" y="12"/>
                      <a:pt x="0" y="12"/>
                    </a:cubicBezTo>
                    <a:cubicBezTo>
                      <a:pt x="0" y="12"/>
                      <a:pt x="993" y="819"/>
                      <a:pt x="3719" y="1587"/>
                    </a:cubicBezTo>
                    <a:cubicBezTo>
                      <a:pt x="6433" y="2328"/>
                      <a:pt x="8749" y="2937"/>
                      <a:pt x="8749" y="2937"/>
                    </a:cubicBezTo>
                    <a:cubicBezTo>
                      <a:pt x="8749" y="2937"/>
                      <a:pt x="6486" y="1163"/>
                      <a:pt x="4355" y="528"/>
                    </a:cubicBezTo>
                    <a:cubicBezTo>
                      <a:pt x="2832" y="68"/>
                      <a:pt x="1276" y="1"/>
                      <a:pt x="5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8"/>
              <p:cNvSpPr/>
              <p:nvPr/>
            </p:nvSpPr>
            <p:spPr>
              <a:xfrm>
                <a:off x="3696563" y="3757816"/>
                <a:ext cx="96865" cy="510139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8300" extrusionOk="0">
                    <a:moveTo>
                      <a:pt x="794" y="1"/>
                    </a:moveTo>
                    <a:cubicBezTo>
                      <a:pt x="794" y="1"/>
                      <a:pt x="0" y="2184"/>
                      <a:pt x="146" y="4117"/>
                    </a:cubicBezTo>
                    <a:cubicBezTo>
                      <a:pt x="318" y="6049"/>
                      <a:pt x="1192" y="8299"/>
                      <a:pt x="1192" y="8299"/>
                    </a:cubicBezTo>
                    <a:cubicBezTo>
                      <a:pt x="1192" y="8299"/>
                      <a:pt x="1575" y="7664"/>
                      <a:pt x="1377" y="5030"/>
                    </a:cubicBezTo>
                    <a:cubicBezTo>
                      <a:pt x="1192" y="2396"/>
                      <a:pt x="794" y="1"/>
                      <a:pt x="7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8"/>
              <p:cNvSpPr/>
              <p:nvPr/>
            </p:nvSpPr>
            <p:spPr>
              <a:xfrm>
                <a:off x="3224716" y="3669126"/>
                <a:ext cx="433679" cy="446709"/>
              </a:xfrm>
              <a:custGeom>
                <a:avLst/>
                <a:gdLst/>
                <a:ahLst/>
                <a:cxnLst/>
                <a:rect l="l" t="t" r="r" b="b"/>
                <a:pathLst>
                  <a:path w="7056" h="7268" extrusionOk="0">
                    <a:moveTo>
                      <a:pt x="1" y="1"/>
                    </a:moveTo>
                    <a:cubicBezTo>
                      <a:pt x="1" y="1"/>
                      <a:pt x="517" y="1523"/>
                      <a:pt x="2330" y="3614"/>
                    </a:cubicBezTo>
                    <a:cubicBezTo>
                      <a:pt x="4157" y="5692"/>
                      <a:pt x="7055" y="7267"/>
                      <a:pt x="7055" y="7267"/>
                    </a:cubicBezTo>
                    <a:cubicBezTo>
                      <a:pt x="7055" y="7267"/>
                      <a:pt x="6446" y="5242"/>
                      <a:pt x="4699" y="3482"/>
                    </a:cubicBezTo>
                    <a:cubicBezTo>
                      <a:pt x="2952" y="1708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>
                <a:off x="3456860" y="3893280"/>
                <a:ext cx="503316" cy="783032"/>
              </a:xfrm>
              <a:custGeom>
                <a:avLst/>
                <a:gdLst/>
                <a:ahLst/>
                <a:cxnLst/>
                <a:rect l="l" t="t" r="r" b="b"/>
                <a:pathLst>
                  <a:path w="8189" h="12740" extrusionOk="0">
                    <a:moveTo>
                      <a:pt x="78" y="1"/>
                    </a:moveTo>
                    <a:cubicBezTo>
                      <a:pt x="34" y="1"/>
                      <a:pt x="0" y="57"/>
                      <a:pt x="22" y="113"/>
                    </a:cubicBezTo>
                    <a:cubicBezTo>
                      <a:pt x="155" y="272"/>
                      <a:pt x="287" y="444"/>
                      <a:pt x="446" y="589"/>
                    </a:cubicBezTo>
                    <a:cubicBezTo>
                      <a:pt x="1015" y="1225"/>
                      <a:pt x="1597" y="1847"/>
                      <a:pt x="2140" y="2495"/>
                    </a:cubicBezTo>
                    <a:cubicBezTo>
                      <a:pt x="2696" y="3144"/>
                      <a:pt x="3225" y="3805"/>
                      <a:pt x="3715" y="4494"/>
                    </a:cubicBezTo>
                    <a:cubicBezTo>
                      <a:pt x="4721" y="5870"/>
                      <a:pt x="5621" y="7313"/>
                      <a:pt x="6415" y="8808"/>
                    </a:cubicBezTo>
                    <a:cubicBezTo>
                      <a:pt x="7077" y="10092"/>
                      <a:pt x="7672" y="11389"/>
                      <a:pt x="8189" y="12739"/>
                    </a:cubicBezTo>
                    <a:lnTo>
                      <a:pt x="8189" y="11985"/>
                    </a:lnTo>
                    <a:cubicBezTo>
                      <a:pt x="7633" y="10661"/>
                      <a:pt x="7024" y="9364"/>
                      <a:pt x="6336" y="8107"/>
                    </a:cubicBezTo>
                    <a:cubicBezTo>
                      <a:pt x="5502" y="6598"/>
                      <a:pt x="4575" y="5155"/>
                      <a:pt x="3530" y="3805"/>
                    </a:cubicBezTo>
                    <a:cubicBezTo>
                      <a:pt x="3027" y="3104"/>
                      <a:pt x="2484" y="2442"/>
                      <a:pt x="1902" y="1794"/>
                    </a:cubicBezTo>
                    <a:cubicBezTo>
                      <a:pt x="1333" y="1172"/>
                      <a:pt x="764" y="536"/>
                      <a:pt x="102" y="7"/>
                    </a:cubicBezTo>
                    <a:cubicBezTo>
                      <a:pt x="94" y="3"/>
                      <a:pt x="85" y="1"/>
                      <a:pt x="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3" name="Google Shape;483;p18"/>
            <p:cNvGrpSpPr/>
            <p:nvPr/>
          </p:nvGrpSpPr>
          <p:grpSpPr>
            <a:xfrm rot="1167849">
              <a:off x="8115509" y="2808487"/>
              <a:ext cx="1432614" cy="2291007"/>
              <a:chOff x="869719" y="3820447"/>
              <a:chExt cx="836320" cy="1337425"/>
            </a:xfrm>
          </p:grpSpPr>
          <p:sp>
            <p:nvSpPr>
              <p:cNvPr id="484" name="Google Shape;484;p18"/>
              <p:cNvSpPr/>
              <p:nvPr/>
            </p:nvSpPr>
            <p:spPr>
              <a:xfrm>
                <a:off x="1360251" y="4688421"/>
                <a:ext cx="344190" cy="205100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3337" extrusionOk="0">
                    <a:moveTo>
                      <a:pt x="1" y="1"/>
                    </a:moveTo>
                    <a:cubicBezTo>
                      <a:pt x="1" y="1"/>
                      <a:pt x="2859" y="3124"/>
                      <a:pt x="5599" y="3336"/>
                    </a:cubicBezTo>
                    <a:lnTo>
                      <a:pt x="5599" y="636"/>
                    </a:lnTo>
                    <a:cubicBezTo>
                      <a:pt x="4537" y="666"/>
                      <a:pt x="3713" y="725"/>
                      <a:pt x="2988" y="725"/>
                    </a:cubicBezTo>
                    <a:cubicBezTo>
                      <a:pt x="2746" y="725"/>
                      <a:pt x="2515" y="719"/>
                      <a:pt x="2290" y="702"/>
                    </a:cubicBezTo>
                    <a:cubicBezTo>
                      <a:pt x="1126" y="636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8"/>
              <p:cNvSpPr/>
              <p:nvPr/>
            </p:nvSpPr>
            <p:spPr>
              <a:xfrm>
                <a:off x="1608006" y="5100897"/>
                <a:ext cx="96435" cy="56976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927" extrusionOk="0">
                    <a:moveTo>
                      <a:pt x="1568" y="0"/>
                    </a:moveTo>
                    <a:cubicBezTo>
                      <a:pt x="864" y="252"/>
                      <a:pt x="279" y="372"/>
                      <a:pt x="98" y="372"/>
                    </a:cubicBezTo>
                    <a:cubicBezTo>
                      <a:pt x="88" y="372"/>
                      <a:pt x="80" y="371"/>
                      <a:pt x="73" y="371"/>
                    </a:cubicBezTo>
                    <a:cubicBezTo>
                      <a:pt x="66" y="369"/>
                      <a:pt x="61" y="368"/>
                      <a:pt x="58" y="368"/>
                    </a:cubicBezTo>
                    <a:cubicBezTo>
                      <a:pt x="0" y="368"/>
                      <a:pt x="598" y="725"/>
                      <a:pt x="1568" y="927"/>
                    </a:cubicBezTo>
                    <a:lnTo>
                      <a:pt x="15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8"/>
              <p:cNvSpPr/>
              <p:nvPr/>
            </p:nvSpPr>
            <p:spPr>
              <a:xfrm>
                <a:off x="1377338" y="4467156"/>
                <a:ext cx="327103" cy="84941"/>
              </a:xfrm>
              <a:custGeom>
                <a:avLst/>
                <a:gdLst/>
                <a:ahLst/>
                <a:cxnLst/>
                <a:rect l="l" t="t" r="r" b="b"/>
                <a:pathLst>
                  <a:path w="5322" h="1382" extrusionOk="0">
                    <a:moveTo>
                      <a:pt x="1" y="1"/>
                    </a:moveTo>
                    <a:cubicBezTo>
                      <a:pt x="1023" y="1118"/>
                      <a:pt x="2251" y="1381"/>
                      <a:pt x="3394" y="1381"/>
                    </a:cubicBezTo>
                    <a:cubicBezTo>
                      <a:pt x="3834" y="1381"/>
                      <a:pt x="4262" y="1342"/>
                      <a:pt x="4659" y="1298"/>
                    </a:cubicBezTo>
                    <a:cubicBezTo>
                      <a:pt x="4911" y="1258"/>
                      <a:pt x="5123" y="1258"/>
                      <a:pt x="5321" y="1258"/>
                    </a:cubicBezTo>
                    <a:lnTo>
                      <a:pt x="5321" y="689"/>
                    </a:lnTo>
                    <a:cubicBezTo>
                      <a:pt x="4983" y="565"/>
                      <a:pt x="4589" y="483"/>
                      <a:pt x="4148" y="483"/>
                    </a:cubicBezTo>
                    <a:cubicBezTo>
                      <a:pt x="3880" y="483"/>
                      <a:pt x="3596" y="513"/>
                      <a:pt x="3296" y="583"/>
                    </a:cubicBezTo>
                    <a:cubicBezTo>
                      <a:pt x="3022" y="647"/>
                      <a:pt x="2748" y="673"/>
                      <a:pt x="2482" y="673"/>
                    </a:cubicBezTo>
                    <a:cubicBezTo>
                      <a:pt x="1143" y="67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8"/>
              <p:cNvSpPr/>
              <p:nvPr/>
            </p:nvSpPr>
            <p:spPr>
              <a:xfrm>
                <a:off x="1439968" y="3918049"/>
                <a:ext cx="264473" cy="488197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794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795" y="1629"/>
                      <a:pt x="1973" y="3336"/>
                    </a:cubicBezTo>
                    <a:cubicBezTo>
                      <a:pt x="2886" y="4673"/>
                      <a:pt x="3945" y="6950"/>
                      <a:pt x="4302" y="7942"/>
                    </a:cubicBezTo>
                    <a:lnTo>
                      <a:pt x="4302" y="5652"/>
                    </a:lnTo>
                    <a:cubicBezTo>
                      <a:pt x="4223" y="5282"/>
                      <a:pt x="4104" y="4885"/>
                      <a:pt x="3958" y="4488"/>
                    </a:cubicBezTo>
                    <a:cubicBezTo>
                      <a:pt x="3151" y="2172"/>
                      <a:pt x="1721" y="716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8"/>
              <p:cNvSpPr/>
              <p:nvPr/>
            </p:nvSpPr>
            <p:spPr>
              <a:xfrm>
                <a:off x="1197560" y="4284551"/>
                <a:ext cx="440133" cy="93239"/>
              </a:xfrm>
              <a:custGeom>
                <a:avLst/>
                <a:gdLst/>
                <a:ahLst/>
                <a:cxnLst/>
                <a:rect l="l" t="t" r="r" b="b"/>
                <a:pathLst>
                  <a:path w="7161" h="1517" extrusionOk="0">
                    <a:moveTo>
                      <a:pt x="3716" y="1"/>
                    </a:moveTo>
                    <a:cubicBezTo>
                      <a:pt x="2197" y="1"/>
                      <a:pt x="1115" y="391"/>
                      <a:pt x="412" y="391"/>
                    </a:cubicBezTo>
                    <a:cubicBezTo>
                      <a:pt x="256" y="391"/>
                      <a:pt x="119" y="371"/>
                      <a:pt x="1" y="325"/>
                    </a:cubicBezTo>
                    <a:lnTo>
                      <a:pt x="1" y="325"/>
                    </a:lnTo>
                    <a:cubicBezTo>
                      <a:pt x="1" y="325"/>
                      <a:pt x="1795" y="1517"/>
                      <a:pt x="3807" y="1517"/>
                    </a:cubicBezTo>
                    <a:cubicBezTo>
                      <a:pt x="3840" y="1517"/>
                      <a:pt x="3872" y="1517"/>
                      <a:pt x="3905" y="1516"/>
                    </a:cubicBezTo>
                    <a:cubicBezTo>
                      <a:pt x="5930" y="1476"/>
                      <a:pt x="7161" y="1053"/>
                      <a:pt x="7161" y="1053"/>
                    </a:cubicBezTo>
                    <a:cubicBezTo>
                      <a:pt x="7161" y="1053"/>
                      <a:pt x="6777" y="245"/>
                      <a:pt x="4474" y="34"/>
                    </a:cubicBezTo>
                    <a:cubicBezTo>
                      <a:pt x="4210" y="11"/>
                      <a:pt x="3957" y="1"/>
                      <a:pt x="37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>
                <a:off x="1142244" y="3820447"/>
                <a:ext cx="346587" cy="364534"/>
              </a:xfrm>
              <a:custGeom>
                <a:avLst/>
                <a:gdLst/>
                <a:ahLst/>
                <a:cxnLst/>
                <a:rect l="l" t="t" r="r" b="b"/>
                <a:pathLst>
                  <a:path w="5639" h="5931" extrusionOk="0">
                    <a:moveTo>
                      <a:pt x="1" y="1"/>
                    </a:moveTo>
                    <a:cubicBezTo>
                      <a:pt x="1" y="1"/>
                      <a:pt x="993" y="1046"/>
                      <a:pt x="2105" y="2780"/>
                    </a:cubicBezTo>
                    <a:cubicBezTo>
                      <a:pt x="3230" y="4540"/>
                      <a:pt x="5334" y="5930"/>
                      <a:pt x="5334" y="5930"/>
                    </a:cubicBezTo>
                    <a:cubicBezTo>
                      <a:pt x="5639" y="353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8"/>
              <p:cNvSpPr/>
              <p:nvPr/>
            </p:nvSpPr>
            <p:spPr>
              <a:xfrm>
                <a:off x="869719" y="3968510"/>
                <a:ext cx="494650" cy="208051"/>
              </a:xfrm>
              <a:custGeom>
                <a:avLst/>
                <a:gdLst/>
                <a:ahLst/>
                <a:cxnLst/>
                <a:rect l="l" t="t" r="r" b="b"/>
                <a:pathLst>
                  <a:path w="8048" h="3385" extrusionOk="0">
                    <a:moveTo>
                      <a:pt x="2332" y="0"/>
                    </a:moveTo>
                    <a:cubicBezTo>
                      <a:pt x="898" y="0"/>
                      <a:pt x="1" y="517"/>
                      <a:pt x="1" y="530"/>
                    </a:cubicBezTo>
                    <a:cubicBezTo>
                      <a:pt x="1735" y="543"/>
                      <a:pt x="2754" y="2012"/>
                      <a:pt x="4487" y="3005"/>
                    </a:cubicBezTo>
                    <a:cubicBezTo>
                      <a:pt x="4975" y="3284"/>
                      <a:pt x="5469" y="3384"/>
                      <a:pt x="5928" y="3384"/>
                    </a:cubicBezTo>
                    <a:cubicBezTo>
                      <a:pt x="7103" y="3384"/>
                      <a:pt x="8048" y="2727"/>
                      <a:pt x="8048" y="2727"/>
                    </a:cubicBezTo>
                    <a:cubicBezTo>
                      <a:pt x="5837" y="543"/>
                      <a:pt x="3803" y="0"/>
                      <a:pt x="23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8"/>
              <p:cNvSpPr/>
              <p:nvPr/>
            </p:nvSpPr>
            <p:spPr>
              <a:xfrm>
                <a:off x="1616980" y="4176254"/>
                <a:ext cx="89059" cy="224277"/>
              </a:xfrm>
              <a:custGeom>
                <a:avLst/>
                <a:gdLst/>
                <a:ahLst/>
                <a:cxnLst/>
                <a:rect l="l" t="t" r="r" b="b"/>
                <a:pathLst>
                  <a:path w="1449" h="3649" extrusionOk="0">
                    <a:moveTo>
                      <a:pt x="76" y="0"/>
                    </a:moveTo>
                    <a:cubicBezTo>
                      <a:pt x="35" y="0"/>
                      <a:pt x="0" y="41"/>
                      <a:pt x="19" y="88"/>
                    </a:cubicBezTo>
                    <a:cubicBezTo>
                      <a:pt x="165" y="406"/>
                      <a:pt x="337" y="724"/>
                      <a:pt x="496" y="1028"/>
                    </a:cubicBezTo>
                    <a:cubicBezTo>
                      <a:pt x="654" y="1346"/>
                      <a:pt x="774" y="1676"/>
                      <a:pt x="893" y="1994"/>
                    </a:cubicBezTo>
                    <a:cubicBezTo>
                      <a:pt x="1091" y="2537"/>
                      <a:pt x="1263" y="3106"/>
                      <a:pt x="1449" y="3649"/>
                    </a:cubicBezTo>
                    <a:lnTo>
                      <a:pt x="1449" y="3040"/>
                    </a:lnTo>
                    <a:cubicBezTo>
                      <a:pt x="1224" y="2351"/>
                      <a:pt x="1025" y="1690"/>
                      <a:pt x="734" y="1054"/>
                    </a:cubicBezTo>
                    <a:cubicBezTo>
                      <a:pt x="654" y="869"/>
                      <a:pt x="562" y="684"/>
                      <a:pt x="469" y="525"/>
                    </a:cubicBezTo>
                    <a:cubicBezTo>
                      <a:pt x="363" y="340"/>
                      <a:pt x="257" y="194"/>
                      <a:pt x="125" y="22"/>
                    </a:cubicBezTo>
                    <a:cubicBezTo>
                      <a:pt x="110" y="7"/>
                      <a:pt x="93" y="0"/>
                      <a:pt x="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8"/>
              <p:cNvSpPr/>
              <p:nvPr/>
            </p:nvSpPr>
            <p:spPr>
              <a:xfrm>
                <a:off x="1060068" y="4025425"/>
                <a:ext cx="644373" cy="419850"/>
              </a:xfrm>
              <a:custGeom>
                <a:avLst/>
                <a:gdLst/>
                <a:ahLst/>
                <a:cxnLst/>
                <a:rect l="l" t="t" r="r" b="b"/>
                <a:pathLst>
                  <a:path w="10484" h="6831" extrusionOk="0">
                    <a:moveTo>
                      <a:pt x="4264" y="1"/>
                    </a:moveTo>
                    <a:cubicBezTo>
                      <a:pt x="4223" y="1"/>
                      <a:pt x="4189" y="43"/>
                      <a:pt x="4210" y="94"/>
                    </a:cubicBezTo>
                    <a:cubicBezTo>
                      <a:pt x="4315" y="226"/>
                      <a:pt x="4408" y="345"/>
                      <a:pt x="4514" y="451"/>
                    </a:cubicBezTo>
                    <a:cubicBezTo>
                      <a:pt x="4620" y="570"/>
                      <a:pt x="4726" y="689"/>
                      <a:pt x="4832" y="808"/>
                    </a:cubicBezTo>
                    <a:cubicBezTo>
                      <a:pt x="5043" y="1033"/>
                      <a:pt x="5255" y="1245"/>
                      <a:pt x="5493" y="1483"/>
                    </a:cubicBezTo>
                    <a:cubicBezTo>
                      <a:pt x="5838" y="1828"/>
                      <a:pt x="6168" y="2172"/>
                      <a:pt x="6513" y="2529"/>
                    </a:cubicBezTo>
                    <a:cubicBezTo>
                      <a:pt x="6129" y="2278"/>
                      <a:pt x="5745" y="2066"/>
                      <a:pt x="5348" y="1841"/>
                    </a:cubicBezTo>
                    <a:cubicBezTo>
                      <a:pt x="3865" y="1086"/>
                      <a:pt x="2277" y="570"/>
                      <a:pt x="649" y="319"/>
                    </a:cubicBezTo>
                    <a:cubicBezTo>
                      <a:pt x="451" y="292"/>
                      <a:pt x="239" y="279"/>
                      <a:pt x="54" y="253"/>
                    </a:cubicBezTo>
                    <a:cubicBezTo>
                      <a:pt x="14" y="253"/>
                      <a:pt x="1" y="305"/>
                      <a:pt x="27" y="305"/>
                    </a:cubicBezTo>
                    <a:cubicBezTo>
                      <a:pt x="848" y="504"/>
                      <a:pt x="1642" y="689"/>
                      <a:pt x="2436" y="914"/>
                    </a:cubicBezTo>
                    <a:cubicBezTo>
                      <a:pt x="3230" y="1166"/>
                      <a:pt x="3998" y="1470"/>
                      <a:pt x="4752" y="1814"/>
                    </a:cubicBezTo>
                    <a:cubicBezTo>
                      <a:pt x="6235" y="2529"/>
                      <a:pt x="7611" y="3482"/>
                      <a:pt x="8736" y="4673"/>
                    </a:cubicBezTo>
                    <a:cubicBezTo>
                      <a:pt x="8868" y="4805"/>
                      <a:pt x="8988" y="4951"/>
                      <a:pt x="9120" y="5083"/>
                    </a:cubicBezTo>
                    <a:cubicBezTo>
                      <a:pt x="8988" y="5044"/>
                      <a:pt x="8855" y="5004"/>
                      <a:pt x="8723" y="4978"/>
                    </a:cubicBezTo>
                    <a:cubicBezTo>
                      <a:pt x="8260" y="4858"/>
                      <a:pt x="7770" y="4845"/>
                      <a:pt x="7293" y="4832"/>
                    </a:cubicBezTo>
                    <a:cubicBezTo>
                      <a:pt x="7173" y="4821"/>
                      <a:pt x="7048" y="4815"/>
                      <a:pt x="6921" y="4815"/>
                    </a:cubicBezTo>
                    <a:cubicBezTo>
                      <a:pt x="6741" y="4815"/>
                      <a:pt x="6558" y="4827"/>
                      <a:pt x="6380" y="4858"/>
                    </a:cubicBezTo>
                    <a:cubicBezTo>
                      <a:pt x="6314" y="4872"/>
                      <a:pt x="6301" y="4978"/>
                      <a:pt x="6380" y="4978"/>
                    </a:cubicBezTo>
                    <a:cubicBezTo>
                      <a:pt x="6632" y="5030"/>
                      <a:pt x="6896" y="5030"/>
                      <a:pt x="7161" y="5044"/>
                    </a:cubicBezTo>
                    <a:cubicBezTo>
                      <a:pt x="7413" y="5057"/>
                      <a:pt x="7677" y="5070"/>
                      <a:pt x="7929" y="5083"/>
                    </a:cubicBezTo>
                    <a:cubicBezTo>
                      <a:pt x="8339" y="5123"/>
                      <a:pt x="8749" y="5189"/>
                      <a:pt x="9146" y="5335"/>
                    </a:cubicBezTo>
                    <a:cubicBezTo>
                      <a:pt x="9265" y="5375"/>
                      <a:pt x="9358" y="5428"/>
                      <a:pt x="9464" y="5467"/>
                    </a:cubicBezTo>
                    <a:cubicBezTo>
                      <a:pt x="9464" y="5467"/>
                      <a:pt x="9464" y="5467"/>
                      <a:pt x="9464" y="5467"/>
                    </a:cubicBezTo>
                    <a:lnTo>
                      <a:pt x="9464" y="5467"/>
                    </a:lnTo>
                    <a:cubicBezTo>
                      <a:pt x="9464" y="5480"/>
                      <a:pt x="9467" y="5487"/>
                      <a:pt x="9469" y="5487"/>
                    </a:cubicBezTo>
                    <a:cubicBezTo>
                      <a:pt x="9471" y="5487"/>
                      <a:pt x="9471" y="5480"/>
                      <a:pt x="9464" y="5467"/>
                    </a:cubicBezTo>
                    <a:lnTo>
                      <a:pt x="9464" y="5467"/>
                    </a:lnTo>
                    <a:cubicBezTo>
                      <a:pt x="9821" y="5917"/>
                      <a:pt x="10152" y="6367"/>
                      <a:pt x="10483" y="6830"/>
                    </a:cubicBezTo>
                    <a:lnTo>
                      <a:pt x="10483" y="6367"/>
                    </a:lnTo>
                    <a:cubicBezTo>
                      <a:pt x="10099" y="5851"/>
                      <a:pt x="9729" y="5335"/>
                      <a:pt x="9292" y="4858"/>
                    </a:cubicBezTo>
                    <a:cubicBezTo>
                      <a:pt x="8723" y="4197"/>
                      <a:pt x="8061" y="3601"/>
                      <a:pt x="7346" y="3072"/>
                    </a:cubicBezTo>
                    <a:lnTo>
                      <a:pt x="7333" y="3058"/>
                    </a:lnTo>
                    <a:cubicBezTo>
                      <a:pt x="7227" y="2939"/>
                      <a:pt x="7108" y="2820"/>
                      <a:pt x="7015" y="2701"/>
                    </a:cubicBezTo>
                    <a:cubicBezTo>
                      <a:pt x="6790" y="2476"/>
                      <a:pt x="6579" y="2264"/>
                      <a:pt x="6367" y="2039"/>
                    </a:cubicBezTo>
                    <a:cubicBezTo>
                      <a:pt x="5943" y="1603"/>
                      <a:pt x="5493" y="1153"/>
                      <a:pt x="5057" y="716"/>
                    </a:cubicBezTo>
                    <a:cubicBezTo>
                      <a:pt x="4951" y="610"/>
                      <a:pt x="4832" y="478"/>
                      <a:pt x="4699" y="358"/>
                    </a:cubicBezTo>
                    <a:lnTo>
                      <a:pt x="4302" y="14"/>
                    </a:lnTo>
                    <a:cubicBezTo>
                      <a:pt x="4290" y="5"/>
                      <a:pt x="4276" y="1"/>
                      <a:pt x="42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18"/>
              <p:cNvSpPr/>
              <p:nvPr/>
            </p:nvSpPr>
            <p:spPr>
              <a:xfrm>
                <a:off x="1592887" y="4517617"/>
                <a:ext cx="111554" cy="18746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305" extrusionOk="0">
                    <a:moveTo>
                      <a:pt x="477" y="0"/>
                    </a:moveTo>
                    <a:cubicBezTo>
                      <a:pt x="411" y="0"/>
                      <a:pt x="332" y="14"/>
                      <a:pt x="266" y="14"/>
                    </a:cubicBezTo>
                    <a:cubicBezTo>
                      <a:pt x="199" y="14"/>
                      <a:pt x="120" y="27"/>
                      <a:pt x="54" y="40"/>
                    </a:cubicBezTo>
                    <a:cubicBezTo>
                      <a:pt x="1" y="67"/>
                      <a:pt x="1" y="146"/>
                      <a:pt x="54" y="146"/>
                    </a:cubicBezTo>
                    <a:cubicBezTo>
                      <a:pt x="160" y="172"/>
                      <a:pt x="292" y="159"/>
                      <a:pt x="411" y="172"/>
                    </a:cubicBezTo>
                    <a:cubicBezTo>
                      <a:pt x="530" y="199"/>
                      <a:pt x="663" y="199"/>
                      <a:pt x="769" y="199"/>
                    </a:cubicBezTo>
                    <a:cubicBezTo>
                      <a:pt x="1020" y="212"/>
                      <a:pt x="1258" y="225"/>
                      <a:pt x="1496" y="265"/>
                    </a:cubicBezTo>
                    <a:cubicBezTo>
                      <a:pt x="1602" y="278"/>
                      <a:pt x="1721" y="292"/>
                      <a:pt x="1814" y="305"/>
                    </a:cubicBezTo>
                    <a:lnTo>
                      <a:pt x="1814" y="93"/>
                    </a:lnTo>
                    <a:cubicBezTo>
                      <a:pt x="1523" y="40"/>
                      <a:pt x="1205" y="14"/>
                      <a:pt x="8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4" name="Google Shape;494;p18"/>
            <p:cNvSpPr/>
            <p:nvPr/>
          </p:nvSpPr>
          <p:spPr>
            <a:xfrm>
              <a:off x="5725311" y="4505541"/>
              <a:ext cx="1443958" cy="343942"/>
            </a:xfrm>
            <a:custGeom>
              <a:avLst/>
              <a:gdLst/>
              <a:ahLst/>
              <a:cxnLst/>
              <a:rect l="l" t="t" r="r" b="b"/>
              <a:pathLst>
                <a:path w="17141" h="4083" extrusionOk="0">
                  <a:moveTo>
                    <a:pt x="7584" y="1"/>
                  </a:moveTo>
                  <a:cubicBezTo>
                    <a:pt x="7516" y="1"/>
                    <a:pt x="7445" y="3"/>
                    <a:pt x="7373" y="6"/>
                  </a:cubicBezTo>
                  <a:cubicBezTo>
                    <a:pt x="4673" y="139"/>
                    <a:pt x="3773" y="2826"/>
                    <a:pt x="3217" y="3104"/>
                  </a:cubicBezTo>
                  <a:cubicBezTo>
                    <a:pt x="2991" y="3214"/>
                    <a:pt x="2797" y="3247"/>
                    <a:pt x="2593" y="3247"/>
                  </a:cubicBezTo>
                  <a:cubicBezTo>
                    <a:pt x="2283" y="3247"/>
                    <a:pt x="1952" y="3170"/>
                    <a:pt x="1456" y="3170"/>
                  </a:cubicBezTo>
                  <a:cubicBezTo>
                    <a:pt x="649" y="3170"/>
                    <a:pt x="0" y="4083"/>
                    <a:pt x="0" y="4083"/>
                  </a:cubicBezTo>
                  <a:lnTo>
                    <a:pt x="17140" y="4083"/>
                  </a:lnTo>
                  <a:cubicBezTo>
                    <a:pt x="17140" y="4083"/>
                    <a:pt x="16227" y="2045"/>
                    <a:pt x="14559" y="1912"/>
                  </a:cubicBezTo>
                  <a:cubicBezTo>
                    <a:pt x="14466" y="1905"/>
                    <a:pt x="14378" y="1901"/>
                    <a:pt x="14294" y="1901"/>
                  </a:cubicBezTo>
                  <a:cubicBezTo>
                    <a:pt x="13000" y="1901"/>
                    <a:pt x="12705" y="2720"/>
                    <a:pt x="11688" y="2720"/>
                  </a:cubicBezTo>
                  <a:cubicBezTo>
                    <a:pt x="11585" y="2720"/>
                    <a:pt x="11475" y="2712"/>
                    <a:pt x="11356" y="2693"/>
                  </a:cubicBezTo>
                  <a:cubicBezTo>
                    <a:pt x="10017" y="2487"/>
                    <a:pt x="10056" y="1"/>
                    <a:pt x="75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897793" y="4535130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344775" y="4215300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4777950" y="4492425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7926718" y="4599430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8"/>
            <p:cNvSpPr/>
            <p:nvPr/>
          </p:nvSpPr>
          <p:spPr>
            <a:xfrm>
              <a:off x="8626125" y="1530325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0" name="Google Shape;500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18"/>
          <p:cNvSpPr txBox="1">
            <a:spLocks noGrp="1"/>
          </p:cNvSpPr>
          <p:nvPr>
            <p:ph type="subTitle" idx="1"/>
          </p:nvPr>
        </p:nvSpPr>
        <p:spPr>
          <a:xfrm>
            <a:off x="1030175" y="2447715"/>
            <a:ext cx="1934100" cy="4023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 b="1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2" name="Google Shape;502;p18"/>
          <p:cNvSpPr txBox="1">
            <a:spLocks noGrp="1"/>
          </p:cNvSpPr>
          <p:nvPr>
            <p:ph type="subTitle" idx="2"/>
          </p:nvPr>
        </p:nvSpPr>
        <p:spPr>
          <a:xfrm>
            <a:off x="713225" y="2959275"/>
            <a:ext cx="25680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18"/>
          <p:cNvSpPr txBox="1">
            <a:spLocks noGrp="1"/>
          </p:cNvSpPr>
          <p:nvPr>
            <p:ph type="subTitle" idx="3"/>
          </p:nvPr>
        </p:nvSpPr>
        <p:spPr>
          <a:xfrm>
            <a:off x="3281290" y="2959275"/>
            <a:ext cx="25680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18"/>
          <p:cNvSpPr txBox="1">
            <a:spLocks noGrp="1"/>
          </p:cNvSpPr>
          <p:nvPr>
            <p:ph type="subTitle" idx="4"/>
          </p:nvPr>
        </p:nvSpPr>
        <p:spPr>
          <a:xfrm>
            <a:off x="5849354" y="2959275"/>
            <a:ext cx="25680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18"/>
          <p:cNvSpPr txBox="1">
            <a:spLocks noGrp="1"/>
          </p:cNvSpPr>
          <p:nvPr>
            <p:ph type="subTitle" idx="5"/>
          </p:nvPr>
        </p:nvSpPr>
        <p:spPr>
          <a:xfrm>
            <a:off x="3598240" y="2447715"/>
            <a:ext cx="1934100" cy="4023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 b="1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6" name="Google Shape;506;p18"/>
          <p:cNvSpPr txBox="1">
            <a:spLocks noGrp="1"/>
          </p:cNvSpPr>
          <p:nvPr>
            <p:ph type="subTitle" idx="6"/>
          </p:nvPr>
        </p:nvSpPr>
        <p:spPr>
          <a:xfrm>
            <a:off x="6166304" y="2447715"/>
            <a:ext cx="1934100" cy="4023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 b="1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7" name="Google Shape;507;p18"/>
          <p:cNvSpPr/>
          <p:nvPr/>
        </p:nvSpPr>
        <p:spPr>
          <a:xfrm>
            <a:off x="2191444" y="4027556"/>
            <a:ext cx="1822701" cy="307804"/>
          </a:xfrm>
          <a:custGeom>
            <a:avLst/>
            <a:gdLst/>
            <a:ahLst/>
            <a:cxnLst/>
            <a:rect l="l" t="t" r="r" b="b"/>
            <a:pathLst>
              <a:path w="21637" h="3654" extrusionOk="0">
                <a:moveTo>
                  <a:pt x="10155" y="1"/>
                </a:moveTo>
                <a:cubicBezTo>
                  <a:pt x="10110" y="1"/>
                  <a:pt x="10065" y="2"/>
                  <a:pt x="10020" y="3"/>
                </a:cubicBezTo>
                <a:cubicBezTo>
                  <a:pt x="8233" y="69"/>
                  <a:pt x="6499" y="1062"/>
                  <a:pt x="5573" y="1697"/>
                </a:cubicBezTo>
                <a:cubicBezTo>
                  <a:pt x="5123" y="2015"/>
                  <a:pt x="4580" y="2174"/>
                  <a:pt x="4024" y="2187"/>
                </a:cubicBezTo>
                <a:cubicBezTo>
                  <a:pt x="3667" y="2187"/>
                  <a:pt x="3230" y="2213"/>
                  <a:pt x="2648" y="2240"/>
                </a:cubicBezTo>
                <a:cubicBezTo>
                  <a:pt x="1086" y="2346"/>
                  <a:pt x="1" y="3577"/>
                  <a:pt x="1" y="3577"/>
                </a:cubicBezTo>
                <a:cubicBezTo>
                  <a:pt x="1" y="3577"/>
                  <a:pt x="9648" y="3653"/>
                  <a:pt x="16048" y="3653"/>
                </a:cubicBezTo>
                <a:cubicBezTo>
                  <a:pt x="19248" y="3653"/>
                  <a:pt x="21636" y="3634"/>
                  <a:pt x="21601" y="3577"/>
                </a:cubicBezTo>
                <a:cubicBezTo>
                  <a:pt x="21045" y="2716"/>
                  <a:pt x="20145" y="2041"/>
                  <a:pt x="18808" y="2041"/>
                </a:cubicBezTo>
                <a:cubicBezTo>
                  <a:pt x="17557" y="2041"/>
                  <a:pt x="17315" y="2633"/>
                  <a:pt x="16258" y="2633"/>
                </a:cubicBezTo>
                <a:cubicBezTo>
                  <a:pt x="16186" y="2633"/>
                  <a:pt x="16110" y="2630"/>
                  <a:pt x="16029" y="2624"/>
                </a:cubicBezTo>
                <a:cubicBezTo>
                  <a:pt x="14780" y="2546"/>
                  <a:pt x="12714" y="1"/>
                  <a:pt x="10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8"/>
          <p:cNvSpPr/>
          <p:nvPr/>
        </p:nvSpPr>
        <p:spPr>
          <a:xfrm>
            <a:off x="7408000" y="4027540"/>
            <a:ext cx="1303446" cy="187765"/>
          </a:xfrm>
          <a:custGeom>
            <a:avLst/>
            <a:gdLst/>
            <a:ahLst/>
            <a:cxnLst/>
            <a:rect l="l" t="t" r="r" b="b"/>
            <a:pathLst>
              <a:path w="15473" h="2229" extrusionOk="0">
                <a:moveTo>
                  <a:pt x="6864" y="1"/>
                </a:moveTo>
                <a:cubicBezTo>
                  <a:pt x="6793" y="1"/>
                  <a:pt x="6720" y="2"/>
                  <a:pt x="6644" y="5"/>
                </a:cubicBezTo>
                <a:cubicBezTo>
                  <a:pt x="4196" y="84"/>
                  <a:pt x="3389" y="1553"/>
                  <a:pt x="2899" y="1699"/>
                </a:cubicBezTo>
                <a:cubicBezTo>
                  <a:pt x="2692" y="1762"/>
                  <a:pt x="2511" y="1782"/>
                  <a:pt x="2323" y="1782"/>
                </a:cubicBezTo>
                <a:cubicBezTo>
                  <a:pt x="2040" y="1782"/>
                  <a:pt x="1739" y="1739"/>
                  <a:pt x="1311" y="1739"/>
                </a:cubicBezTo>
                <a:cubicBezTo>
                  <a:pt x="583" y="1739"/>
                  <a:pt x="0" y="2228"/>
                  <a:pt x="0" y="2228"/>
                </a:cubicBezTo>
                <a:lnTo>
                  <a:pt x="15472" y="2228"/>
                </a:lnTo>
                <a:cubicBezTo>
                  <a:pt x="15472" y="2228"/>
                  <a:pt x="14652" y="1130"/>
                  <a:pt x="13130" y="1037"/>
                </a:cubicBezTo>
                <a:cubicBezTo>
                  <a:pt x="13053" y="1034"/>
                  <a:pt x="12980" y="1032"/>
                  <a:pt x="12910" y="1032"/>
                </a:cubicBezTo>
                <a:cubicBezTo>
                  <a:pt x="11724" y="1032"/>
                  <a:pt x="11458" y="1489"/>
                  <a:pt x="10545" y="1489"/>
                </a:cubicBezTo>
                <a:cubicBezTo>
                  <a:pt x="10452" y="1489"/>
                  <a:pt x="10352" y="1484"/>
                  <a:pt x="10244" y="1474"/>
                </a:cubicBezTo>
                <a:cubicBezTo>
                  <a:pt x="9052" y="1359"/>
                  <a:pt x="9077" y="1"/>
                  <a:pt x="686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1"/>
          <p:cNvSpPr/>
          <p:nvPr/>
        </p:nvSpPr>
        <p:spPr>
          <a:xfrm>
            <a:off x="-432900" y="4764253"/>
            <a:ext cx="1303446" cy="187765"/>
          </a:xfrm>
          <a:custGeom>
            <a:avLst/>
            <a:gdLst/>
            <a:ahLst/>
            <a:cxnLst/>
            <a:rect l="l" t="t" r="r" b="b"/>
            <a:pathLst>
              <a:path w="15473" h="2229" extrusionOk="0">
                <a:moveTo>
                  <a:pt x="6864" y="1"/>
                </a:moveTo>
                <a:cubicBezTo>
                  <a:pt x="6793" y="1"/>
                  <a:pt x="6720" y="2"/>
                  <a:pt x="6644" y="5"/>
                </a:cubicBezTo>
                <a:cubicBezTo>
                  <a:pt x="4196" y="84"/>
                  <a:pt x="3389" y="1553"/>
                  <a:pt x="2899" y="1699"/>
                </a:cubicBezTo>
                <a:cubicBezTo>
                  <a:pt x="2692" y="1762"/>
                  <a:pt x="2511" y="1782"/>
                  <a:pt x="2323" y="1782"/>
                </a:cubicBezTo>
                <a:cubicBezTo>
                  <a:pt x="2040" y="1782"/>
                  <a:pt x="1739" y="1739"/>
                  <a:pt x="1311" y="1739"/>
                </a:cubicBezTo>
                <a:cubicBezTo>
                  <a:pt x="583" y="1739"/>
                  <a:pt x="0" y="2228"/>
                  <a:pt x="0" y="2228"/>
                </a:cubicBezTo>
                <a:lnTo>
                  <a:pt x="15472" y="2228"/>
                </a:lnTo>
                <a:cubicBezTo>
                  <a:pt x="15472" y="2228"/>
                  <a:pt x="14652" y="1130"/>
                  <a:pt x="13130" y="1037"/>
                </a:cubicBezTo>
                <a:cubicBezTo>
                  <a:pt x="13053" y="1034"/>
                  <a:pt x="12980" y="1032"/>
                  <a:pt x="12910" y="1032"/>
                </a:cubicBezTo>
                <a:cubicBezTo>
                  <a:pt x="11724" y="1032"/>
                  <a:pt x="11458" y="1489"/>
                  <a:pt x="10545" y="1489"/>
                </a:cubicBezTo>
                <a:cubicBezTo>
                  <a:pt x="10452" y="1489"/>
                  <a:pt x="10352" y="1484"/>
                  <a:pt x="10244" y="1474"/>
                </a:cubicBezTo>
                <a:cubicBezTo>
                  <a:pt x="9052" y="1359"/>
                  <a:pt x="9077" y="1"/>
                  <a:pt x="686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7" name="Google Shape;587;p21"/>
          <p:cNvGrpSpPr/>
          <p:nvPr/>
        </p:nvGrpSpPr>
        <p:grpSpPr>
          <a:xfrm>
            <a:off x="-644389" y="1560878"/>
            <a:ext cx="1144189" cy="2690303"/>
            <a:chOff x="859147" y="1654998"/>
            <a:chExt cx="647569" cy="1522612"/>
          </a:xfrm>
        </p:grpSpPr>
        <p:sp>
          <p:nvSpPr>
            <p:cNvPr id="588" name="Google Shape;588;p21"/>
            <p:cNvSpPr/>
            <p:nvPr/>
          </p:nvSpPr>
          <p:spPr>
            <a:xfrm>
              <a:off x="889264" y="3102072"/>
              <a:ext cx="314872" cy="75537"/>
            </a:xfrm>
            <a:custGeom>
              <a:avLst/>
              <a:gdLst/>
              <a:ahLst/>
              <a:cxnLst/>
              <a:rect l="l" t="t" r="r" b="b"/>
              <a:pathLst>
                <a:path w="5123" h="1229" extrusionOk="0">
                  <a:moveTo>
                    <a:pt x="2231" y="0"/>
                  </a:moveTo>
                  <a:cubicBezTo>
                    <a:pt x="1374" y="0"/>
                    <a:pt x="525" y="152"/>
                    <a:pt x="0" y="637"/>
                  </a:cubicBezTo>
                  <a:lnTo>
                    <a:pt x="0" y="1087"/>
                  </a:lnTo>
                  <a:cubicBezTo>
                    <a:pt x="389" y="1143"/>
                    <a:pt x="1091" y="1228"/>
                    <a:pt x="1884" y="1228"/>
                  </a:cubicBezTo>
                  <a:cubicBezTo>
                    <a:pt x="2985" y="1228"/>
                    <a:pt x="4261" y="1064"/>
                    <a:pt x="5122" y="426"/>
                  </a:cubicBezTo>
                  <a:cubicBezTo>
                    <a:pt x="5122" y="426"/>
                    <a:pt x="3665" y="0"/>
                    <a:pt x="2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1"/>
            <p:cNvSpPr/>
            <p:nvPr/>
          </p:nvSpPr>
          <p:spPr>
            <a:xfrm>
              <a:off x="888465" y="2867900"/>
              <a:ext cx="407558" cy="215610"/>
            </a:xfrm>
            <a:custGeom>
              <a:avLst/>
              <a:gdLst/>
              <a:ahLst/>
              <a:cxnLst/>
              <a:rect l="l" t="t" r="r" b="b"/>
              <a:pathLst>
                <a:path w="6631" h="3508" extrusionOk="0">
                  <a:moveTo>
                    <a:pt x="6631" y="0"/>
                  </a:moveTo>
                  <a:lnTo>
                    <a:pt x="6631" y="0"/>
                  </a:lnTo>
                  <a:cubicBezTo>
                    <a:pt x="6631" y="0"/>
                    <a:pt x="1257" y="239"/>
                    <a:pt x="13" y="3230"/>
                  </a:cubicBezTo>
                  <a:lnTo>
                    <a:pt x="0" y="3230"/>
                  </a:lnTo>
                  <a:lnTo>
                    <a:pt x="0" y="3508"/>
                  </a:lnTo>
                  <a:cubicBezTo>
                    <a:pt x="450" y="3494"/>
                    <a:pt x="2330" y="3296"/>
                    <a:pt x="4169" y="1986"/>
                  </a:cubicBezTo>
                  <a:cubicBezTo>
                    <a:pt x="6260" y="477"/>
                    <a:pt x="6631" y="0"/>
                    <a:pt x="66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1"/>
            <p:cNvSpPr/>
            <p:nvPr/>
          </p:nvSpPr>
          <p:spPr>
            <a:xfrm>
              <a:off x="897377" y="2672633"/>
              <a:ext cx="401903" cy="289673"/>
            </a:xfrm>
            <a:custGeom>
              <a:avLst/>
              <a:gdLst/>
              <a:ahLst/>
              <a:cxnLst/>
              <a:rect l="l" t="t" r="r" b="b"/>
              <a:pathLst>
                <a:path w="6539" h="4713" extrusionOk="0">
                  <a:moveTo>
                    <a:pt x="6539" y="1"/>
                  </a:moveTo>
                  <a:lnTo>
                    <a:pt x="6539" y="1"/>
                  </a:lnTo>
                  <a:cubicBezTo>
                    <a:pt x="6539" y="1"/>
                    <a:pt x="199" y="2621"/>
                    <a:pt x="1" y="4713"/>
                  </a:cubicBezTo>
                  <a:cubicBezTo>
                    <a:pt x="1" y="4713"/>
                    <a:pt x="1615" y="4382"/>
                    <a:pt x="3508" y="2952"/>
                  </a:cubicBezTo>
                  <a:cubicBezTo>
                    <a:pt x="5387" y="1510"/>
                    <a:pt x="6539" y="1"/>
                    <a:pt x="65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1"/>
            <p:cNvSpPr/>
            <p:nvPr/>
          </p:nvSpPr>
          <p:spPr>
            <a:xfrm>
              <a:off x="935607" y="2534343"/>
              <a:ext cx="410078" cy="279101"/>
            </a:xfrm>
            <a:custGeom>
              <a:avLst/>
              <a:gdLst/>
              <a:ahLst/>
              <a:cxnLst/>
              <a:rect l="l" t="t" r="r" b="b"/>
              <a:pathLst>
                <a:path w="6672" h="4541" extrusionOk="0">
                  <a:moveTo>
                    <a:pt x="6671" y="1"/>
                  </a:moveTo>
                  <a:lnTo>
                    <a:pt x="6671" y="1"/>
                  </a:lnTo>
                  <a:cubicBezTo>
                    <a:pt x="6671" y="1"/>
                    <a:pt x="1033" y="1893"/>
                    <a:pt x="1" y="4540"/>
                  </a:cubicBezTo>
                  <a:cubicBezTo>
                    <a:pt x="1" y="4540"/>
                    <a:pt x="1893" y="4090"/>
                    <a:pt x="3733" y="2886"/>
                  </a:cubicBezTo>
                  <a:cubicBezTo>
                    <a:pt x="5560" y="1668"/>
                    <a:pt x="6671" y="1"/>
                    <a:pt x="66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1"/>
            <p:cNvSpPr/>
            <p:nvPr/>
          </p:nvSpPr>
          <p:spPr>
            <a:xfrm>
              <a:off x="974697" y="2413138"/>
              <a:ext cx="363674" cy="255500"/>
            </a:xfrm>
            <a:custGeom>
              <a:avLst/>
              <a:gdLst/>
              <a:ahLst/>
              <a:cxnLst/>
              <a:rect l="l" t="t" r="r" b="b"/>
              <a:pathLst>
                <a:path w="5917" h="4157" extrusionOk="0">
                  <a:moveTo>
                    <a:pt x="5916" y="1"/>
                  </a:moveTo>
                  <a:cubicBezTo>
                    <a:pt x="5916" y="1"/>
                    <a:pt x="1218" y="1642"/>
                    <a:pt x="0" y="4157"/>
                  </a:cubicBezTo>
                  <a:cubicBezTo>
                    <a:pt x="0" y="4157"/>
                    <a:pt x="1866" y="3429"/>
                    <a:pt x="3388" y="2211"/>
                  </a:cubicBezTo>
                  <a:cubicBezTo>
                    <a:pt x="4924" y="980"/>
                    <a:pt x="5916" y="1"/>
                    <a:pt x="59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1"/>
            <p:cNvSpPr/>
            <p:nvPr/>
          </p:nvSpPr>
          <p:spPr>
            <a:xfrm>
              <a:off x="1033271" y="2236618"/>
              <a:ext cx="385616" cy="260355"/>
            </a:xfrm>
            <a:custGeom>
              <a:avLst/>
              <a:gdLst/>
              <a:ahLst/>
              <a:cxnLst/>
              <a:rect l="l" t="t" r="r" b="b"/>
              <a:pathLst>
                <a:path w="6274" h="4236" extrusionOk="0">
                  <a:moveTo>
                    <a:pt x="6274" y="1"/>
                  </a:moveTo>
                  <a:cubicBezTo>
                    <a:pt x="6273" y="1"/>
                    <a:pt x="1773" y="954"/>
                    <a:pt x="0" y="4236"/>
                  </a:cubicBezTo>
                  <a:cubicBezTo>
                    <a:pt x="0" y="4236"/>
                    <a:pt x="1840" y="3839"/>
                    <a:pt x="3362" y="2701"/>
                  </a:cubicBezTo>
                  <a:cubicBezTo>
                    <a:pt x="4897" y="1549"/>
                    <a:pt x="6273" y="1"/>
                    <a:pt x="6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1"/>
            <p:cNvSpPr/>
            <p:nvPr/>
          </p:nvSpPr>
          <p:spPr>
            <a:xfrm>
              <a:off x="1094241" y="2089415"/>
              <a:ext cx="348247" cy="256299"/>
            </a:xfrm>
            <a:custGeom>
              <a:avLst/>
              <a:gdLst/>
              <a:ahLst/>
              <a:cxnLst/>
              <a:rect l="l" t="t" r="r" b="b"/>
              <a:pathLst>
                <a:path w="5666" h="4170" extrusionOk="0">
                  <a:moveTo>
                    <a:pt x="5665" y="0"/>
                  </a:moveTo>
                  <a:lnTo>
                    <a:pt x="5665" y="0"/>
                  </a:lnTo>
                  <a:cubicBezTo>
                    <a:pt x="5665" y="0"/>
                    <a:pt x="1364" y="1363"/>
                    <a:pt x="1" y="4169"/>
                  </a:cubicBezTo>
                  <a:cubicBezTo>
                    <a:pt x="1" y="4169"/>
                    <a:pt x="1893" y="3507"/>
                    <a:pt x="3309" y="2422"/>
                  </a:cubicBezTo>
                  <a:cubicBezTo>
                    <a:pt x="4726" y="1350"/>
                    <a:pt x="5665" y="0"/>
                    <a:pt x="56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1"/>
            <p:cNvSpPr/>
            <p:nvPr/>
          </p:nvSpPr>
          <p:spPr>
            <a:xfrm>
              <a:off x="1165046" y="1654998"/>
              <a:ext cx="341670" cy="532081"/>
            </a:xfrm>
            <a:custGeom>
              <a:avLst/>
              <a:gdLst/>
              <a:ahLst/>
              <a:cxnLst/>
              <a:rect l="l" t="t" r="r" b="b"/>
              <a:pathLst>
                <a:path w="5559" h="8657" extrusionOk="0">
                  <a:moveTo>
                    <a:pt x="5559" y="0"/>
                  </a:moveTo>
                  <a:cubicBezTo>
                    <a:pt x="5559" y="1"/>
                    <a:pt x="397" y="3931"/>
                    <a:pt x="0" y="8656"/>
                  </a:cubicBezTo>
                  <a:cubicBezTo>
                    <a:pt x="0" y="8656"/>
                    <a:pt x="2091" y="7902"/>
                    <a:pt x="3243" y="5745"/>
                  </a:cubicBezTo>
                  <a:cubicBezTo>
                    <a:pt x="4381" y="3574"/>
                    <a:pt x="5559" y="1"/>
                    <a:pt x="55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1"/>
            <p:cNvSpPr/>
            <p:nvPr/>
          </p:nvSpPr>
          <p:spPr>
            <a:xfrm>
              <a:off x="889264" y="2793039"/>
              <a:ext cx="32575" cy="120467"/>
            </a:xfrm>
            <a:custGeom>
              <a:avLst/>
              <a:gdLst/>
              <a:ahLst/>
              <a:cxnLst/>
              <a:rect l="l" t="t" r="r" b="b"/>
              <a:pathLst>
                <a:path w="530" h="1960" extrusionOk="0">
                  <a:moveTo>
                    <a:pt x="0" y="1"/>
                  </a:moveTo>
                  <a:lnTo>
                    <a:pt x="0" y="1893"/>
                  </a:lnTo>
                  <a:cubicBezTo>
                    <a:pt x="93" y="1920"/>
                    <a:pt x="172" y="1946"/>
                    <a:pt x="265" y="1959"/>
                  </a:cubicBezTo>
                  <a:cubicBezTo>
                    <a:pt x="265" y="1959"/>
                    <a:pt x="530" y="125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1"/>
            <p:cNvSpPr/>
            <p:nvPr/>
          </p:nvSpPr>
          <p:spPr>
            <a:xfrm>
              <a:off x="889264" y="2555486"/>
              <a:ext cx="82237" cy="222986"/>
            </a:xfrm>
            <a:custGeom>
              <a:avLst/>
              <a:gdLst/>
              <a:ahLst/>
              <a:cxnLst/>
              <a:rect l="l" t="t" r="r" b="b"/>
              <a:pathLst>
                <a:path w="1338" h="3628" extrusionOk="0">
                  <a:moveTo>
                    <a:pt x="0" y="1"/>
                  </a:moveTo>
                  <a:lnTo>
                    <a:pt x="0" y="3164"/>
                  </a:lnTo>
                  <a:cubicBezTo>
                    <a:pt x="172" y="3363"/>
                    <a:pt x="371" y="3535"/>
                    <a:pt x="609" y="3627"/>
                  </a:cubicBezTo>
                  <a:cubicBezTo>
                    <a:pt x="609" y="3627"/>
                    <a:pt x="1337" y="2582"/>
                    <a:pt x="199" y="385"/>
                  </a:cubicBezTo>
                  <a:cubicBezTo>
                    <a:pt x="133" y="252"/>
                    <a:pt x="67" y="120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1"/>
            <p:cNvSpPr/>
            <p:nvPr/>
          </p:nvSpPr>
          <p:spPr>
            <a:xfrm>
              <a:off x="889264" y="2280564"/>
              <a:ext cx="111493" cy="347386"/>
            </a:xfrm>
            <a:custGeom>
              <a:avLst/>
              <a:gdLst/>
              <a:ahLst/>
              <a:cxnLst/>
              <a:rect l="l" t="t" r="r" b="b"/>
              <a:pathLst>
                <a:path w="1814" h="5652" extrusionOk="0">
                  <a:moveTo>
                    <a:pt x="0" y="0"/>
                  </a:moveTo>
                  <a:lnTo>
                    <a:pt x="0" y="3865"/>
                  </a:lnTo>
                  <a:cubicBezTo>
                    <a:pt x="318" y="4659"/>
                    <a:pt x="755" y="5321"/>
                    <a:pt x="1417" y="5652"/>
                  </a:cubicBezTo>
                  <a:cubicBezTo>
                    <a:pt x="1417" y="5652"/>
                    <a:pt x="1814" y="4249"/>
                    <a:pt x="980" y="2118"/>
                  </a:cubicBezTo>
                  <a:cubicBezTo>
                    <a:pt x="622" y="1231"/>
                    <a:pt x="278" y="53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1"/>
            <p:cNvSpPr/>
            <p:nvPr/>
          </p:nvSpPr>
          <p:spPr>
            <a:xfrm>
              <a:off x="859147" y="2098327"/>
              <a:ext cx="192869" cy="393790"/>
            </a:xfrm>
            <a:custGeom>
              <a:avLst/>
              <a:gdLst/>
              <a:ahLst/>
              <a:cxnLst/>
              <a:rect l="l" t="t" r="r" b="b"/>
              <a:pathLst>
                <a:path w="3138" h="6407" extrusionOk="0">
                  <a:moveTo>
                    <a:pt x="1470" y="1"/>
                  </a:moveTo>
                  <a:cubicBezTo>
                    <a:pt x="1470" y="1"/>
                    <a:pt x="1" y="5162"/>
                    <a:pt x="2727" y="6407"/>
                  </a:cubicBezTo>
                  <a:cubicBezTo>
                    <a:pt x="2727" y="6407"/>
                    <a:pt x="3137" y="4898"/>
                    <a:pt x="2687" y="3124"/>
                  </a:cubicBezTo>
                  <a:cubicBezTo>
                    <a:pt x="2237" y="1351"/>
                    <a:pt x="1470" y="1"/>
                    <a:pt x="14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1"/>
            <p:cNvSpPr/>
            <p:nvPr/>
          </p:nvSpPr>
          <p:spPr>
            <a:xfrm>
              <a:off x="987665" y="1892550"/>
              <a:ext cx="134296" cy="429561"/>
            </a:xfrm>
            <a:custGeom>
              <a:avLst/>
              <a:gdLst/>
              <a:ahLst/>
              <a:cxnLst/>
              <a:rect l="l" t="t" r="r" b="b"/>
              <a:pathLst>
                <a:path w="2185" h="6989" extrusionOk="0">
                  <a:moveTo>
                    <a:pt x="1576" y="0"/>
                  </a:moveTo>
                  <a:cubicBezTo>
                    <a:pt x="1576" y="0"/>
                    <a:pt x="1" y="5599"/>
                    <a:pt x="1668" y="6988"/>
                  </a:cubicBezTo>
                  <a:cubicBezTo>
                    <a:pt x="1668" y="6988"/>
                    <a:pt x="2185" y="5916"/>
                    <a:pt x="1933" y="3680"/>
                  </a:cubicBezTo>
                  <a:cubicBezTo>
                    <a:pt x="1695" y="1456"/>
                    <a:pt x="1576" y="0"/>
                    <a:pt x="15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1"/>
            <p:cNvSpPr/>
            <p:nvPr/>
          </p:nvSpPr>
          <p:spPr>
            <a:xfrm>
              <a:off x="887604" y="1938340"/>
              <a:ext cx="426120" cy="1137855"/>
            </a:xfrm>
            <a:custGeom>
              <a:avLst/>
              <a:gdLst/>
              <a:ahLst/>
              <a:cxnLst/>
              <a:rect l="l" t="t" r="r" b="b"/>
              <a:pathLst>
                <a:path w="6933" h="18513" extrusionOk="0">
                  <a:moveTo>
                    <a:pt x="6864" y="1"/>
                  </a:moveTo>
                  <a:cubicBezTo>
                    <a:pt x="6850" y="1"/>
                    <a:pt x="6838" y="7"/>
                    <a:pt x="6830" y="23"/>
                  </a:cubicBezTo>
                  <a:cubicBezTo>
                    <a:pt x="6711" y="168"/>
                    <a:pt x="6592" y="301"/>
                    <a:pt x="6473" y="473"/>
                  </a:cubicBezTo>
                  <a:cubicBezTo>
                    <a:pt x="5639" y="1730"/>
                    <a:pt x="4871" y="3054"/>
                    <a:pt x="4183" y="4390"/>
                  </a:cubicBezTo>
                  <a:cubicBezTo>
                    <a:pt x="3482" y="5740"/>
                    <a:pt x="2860" y="7130"/>
                    <a:pt x="2304" y="8546"/>
                  </a:cubicBezTo>
                  <a:cubicBezTo>
                    <a:pt x="1761" y="9962"/>
                    <a:pt x="1285" y="11405"/>
                    <a:pt x="861" y="12861"/>
                  </a:cubicBezTo>
                  <a:cubicBezTo>
                    <a:pt x="530" y="14052"/>
                    <a:pt x="252" y="15257"/>
                    <a:pt x="27" y="16461"/>
                  </a:cubicBezTo>
                  <a:lnTo>
                    <a:pt x="1" y="16461"/>
                  </a:lnTo>
                  <a:lnTo>
                    <a:pt x="1" y="18512"/>
                  </a:lnTo>
                  <a:cubicBezTo>
                    <a:pt x="94" y="17957"/>
                    <a:pt x="186" y="17387"/>
                    <a:pt x="292" y="16832"/>
                  </a:cubicBezTo>
                  <a:cubicBezTo>
                    <a:pt x="570" y="15336"/>
                    <a:pt x="914" y="13867"/>
                    <a:pt x="1351" y="12424"/>
                  </a:cubicBezTo>
                  <a:cubicBezTo>
                    <a:pt x="1774" y="10968"/>
                    <a:pt x="2277" y="9552"/>
                    <a:pt x="2833" y="8149"/>
                  </a:cubicBezTo>
                  <a:cubicBezTo>
                    <a:pt x="3402" y="6733"/>
                    <a:pt x="4024" y="5370"/>
                    <a:pt x="4726" y="4020"/>
                  </a:cubicBezTo>
                  <a:cubicBezTo>
                    <a:pt x="5070" y="3345"/>
                    <a:pt x="5441" y="2683"/>
                    <a:pt x="5798" y="2035"/>
                  </a:cubicBezTo>
                  <a:cubicBezTo>
                    <a:pt x="6182" y="1373"/>
                    <a:pt x="6592" y="751"/>
                    <a:pt x="6923" y="76"/>
                  </a:cubicBezTo>
                  <a:cubicBezTo>
                    <a:pt x="6932" y="38"/>
                    <a:pt x="6895" y="1"/>
                    <a:pt x="68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2" name="Google Shape;602;p21"/>
          <p:cNvGrpSpPr/>
          <p:nvPr/>
        </p:nvGrpSpPr>
        <p:grpSpPr>
          <a:xfrm>
            <a:off x="8474735" y="214421"/>
            <a:ext cx="839572" cy="1841824"/>
            <a:chOff x="1951643" y="2416150"/>
            <a:chExt cx="475167" cy="1042404"/>
          </a:xfrm>
        </p:grpSpPr>
        <p:sp>
          <p:nvSpPr>
            <p:cNvPr id="603" name="Google Shape;603;p21"/>
            <p:cNvSpPr/>
            <p:nvPr/>
          </p:nvSpPr>
          <p:spPr>
            <a:xfrm>
              <a:off x="1951643" y="2416150"/>
              <a:ext cx="475167" cy="1042404"/>
            </a:xfrm>
            <a:custGeom>
              <a:avLst/>
              <a:gdLst/>
              <a:ahLst/>
              <a:cxnLst/>
              <a:rect l="l" t="t" r="r" b="b"/>
              <a:pathLst>
                <a:path w="7731" h="16960" extrusionOk="0">
                  <a:moveTo>
                    <a:pt x="443" y="0"/>
                  </a:moveTo>
                  <a:cubicBezTo>
                    <a:pt x="333" y="0"/>
                    <a:pt x="262" y="18"/>
                    <a:pt x="239" y="58"/>
                  </a:cubicBezTo>
                  <a:cubicBezTo>
                    <a:pt x="1" y="441"/>
                    <a:pt x="3045" y="2969"/>
                    <a:pt x="2899" y="3300"/>
                  </a:cubicBezTo>
                  <a:cubicBezTo>
                    <a:pt x="2877" y="3350"/>
                    <a:pt x="2816" y="3371"/>
                    <a:pt x="2726" y="3371"/>
                  </a:cubicBezTo>
                  <a:cubicBezTo>
                    <a:pt x="2278" y="3371"/>
                    <a:pt x="1130" y="2842"/>
                    <a:pt x="756" y="2842"/>
                  </a:cubicBezTo>
                  <a:cubicBezTo>
                    <a:pt x="715" y="2842"/>
                    <a:pt x="683" y="2849"/>
                    <a:pt x="662" y="2863"/>
                  </a:cubicBezTo>
                  <a:cubicBezTo>
                    <a:pt x="437" y="3062"/>
                    <a:pt x="437" y="4108"/>
                    <a:pt x="1377" y="5908"/>
                  </a:cubicBezTo>
                  <a:cubicBezTo>
                    <a:pt x="2330" y="7721"/>
                    <a:pt x="4620" y="7959"/>
                    <a:pt x="4514" y="8449"/>
                  </a:cubicBezTo>
                  <a:cubicBezTo>
                    <a:pt x="4448" y="8753"/>
                    <a:pt x="3309" y="8621"/>
                    <a:pt x="2582" y="8713"/>
                  </a:cubicBezTo>
                  <a:cubicBezTo>
                    <a:pt x="2264" y="8727"/>
                    <a:pt x="1867" y="8806"/>
                    <a:pt x="1708" y="9124"/>
                  </a:cubicBezTo>
                  <a:cubicBezTo>
                    <a:pt x="1430" y="9706"/>
                    <a:pt x="3283" y="12922"/>
                    <a:pt x="4620" y="13359"/>
                  </a:cubicBezTo>
                  <a:cubicBezTo>
                    <a:pt x="5957" y="13783"/>
                    <a:pt x="7280" y="13690"/>
                    <a:pt x="7426" y="14219"/>
                  </a:cubicBezTo>
                  <a:cubicBezTo>
                    <a:pt x="7584" y="14749"/>
                    <a:pt x="5427" y="14219"/>
                    <a:pt x="5242" y="14828"/>
                  </a:cubicBezTo>
                  <a:cubicBezTo>
                    <a:pt x="5162" y="15133"/>
                    <a:pt x="6261" y="16138"/>
                    <a:pt x="7730" y="16959"/>
                  </a:cubicBezTo>
                  <a:lnTo>
                    <a:pt x="7730" y="4544"/>
                  </a:lnTo>
                  <a:lnTo>
                    <a:pt x="7717" y="4544"/>
                  </a:lnTo>
                  <a:cubicBezTo>
                    <a:pt x="7545" y="5153"/>
                    <a:pt x="7465" y="5894"/>
                    <a:pt x="7227" y="5908"/>
                  </a:cubicBezTo>
                  <a:cubicBezTo>
                    <a:pt x="7223" y="5908"/>
                    <a:pt x="7219" y="5908"/>
                    <a:pt x="7216" y="5908"/>
                  </a:cubicBezTo>
                  <a:cubicBezTo>
                    <a:pt x="6856" y="5908"/>
                    <a:pt x="6848" y="3474"/>
                    <a:pt x="6089" y="2387"/>
                  </a:cubicBezTo>
                  <a:cubicBezTo>
                    <a:pt x="5411" y="1412"/>
                    <a:pt x="1415" y="0"/>
                    <a:pt x="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1"/>
            <p:cNvSpPr/>
            <p:nvPr/>
          </p:nvSpPr>
          <p:spPr>
            <a:xfrm>
              <a:off x="2119927" y="2546758"/>
              <a:ext cx="306882" cy="423661"/>
            </a:xfrm>
            <a:custGeom>
              <a:avLst/>
              <a:gdLst/>
              <a:ahLst/>
              <a:cxnLst/>
              <a:rect l="l" t="t" r="r" b="b"/>
              <a:pathLst>
                <a:path w="4993" h="6893" extrusionOk="0">
                  <a:moveTo>
                    <a:pt x="89" y="1"/>
                  </a:moveTo>
                  <a:cubicBezTo>
                    <a:pt x="37" y="1"/>
                    <a:pt x="0" y="72"/>
                    <a:pt x="55" y="116"/>
                  </a:cubicBezTo>
                  <a:cubicBezTo>
                    <a:pt x="571" y="580"/>
                    <a:pt x="1021" y="1096"/>
                    <a:pt x="1445" y="1625"/>
                  </a:cubicBezTo>
                  <a:cubicBezTo>
                    <a:pt x="1882" y="2128"/>
                    <a:pt x="2292" y="2684"/>
                    <a:pt x="2676" y="3240"/>
                  </a:cubicBezTo>
                  <a:lnTo>
                    <a:pt x="3364" y="4286"/>
                  </a:lnTo>
                  <a:cubicBezTo>
                    <a:pt x="3311" y="4272"/>
                    <a:pt x="3271" y="4233"/>
                    <a:pt x="3232" y="4219"/>
                  </a:cubicBezTo>
                  <a:lnTo>
                    <a:pt x="2345" y="3822"/>
                  </a:lnTo>
                  <a:cubicBezTo>
                    <a:pt x="2041" y="3690"/>
                    <a:pt x="1749" y="3571"/>
                    <a:pt x="1445" y="3452"/>
                  </a:cubicBezTo>
                  <a:cubicBezTo>
                    <a:pt x="1154" y="3346"/>
                    <a:pt x="836" y="3227"/>
                    <a:pt x="519" y="3161"/>
                  </a:cubicBezTo>
                  <a:cubicBezTo>
                    <a:pt x="514" y="3160"/>
                    <a:pt x="510" y="3159"/>
                    <a:pt x="506" y="3159"/>
                  </a:cubicBezTo>
                  <a:cubicBezTo>
                    <a:pt x="446" y="3159"/>
                    <a:pt x="404" y="3243"/>
                    <a:pt x="466" y="3293"/>
                  </a:cubicBezTo>
                  <a:cubicBezTo>
                    <a:pt x="995" y="3624"/>
                    <a:pt x="1617" y="3836"/>
                    <a:pt x="2186" y="4074"/>
                  </a:cubicBezTo>
                  <a:cubicBezTo>
                    <a:pt x="2477" y="4206"/>
                    <a:pt x="2755" y="4338"/>
                    <a:pt x="3060" y="4444"/>
                  </a:cubicBezTo>
                  <a:cubicBezTo>
                    <a:pt x="3271" y="4537"/>
                    <a:pt x="3483" y="4616"/>
                    <a:pt x="3682" y="4749"/>
                  </a:cubicBezTo>
                  <a:cubicBezTo>
                    <a:pt x="4092" y="5411"/>
                    <a:pt x="4516" y="6086"/>
                    <a:pt x="4926" y="6761"/>
                  </a:cubicBezTo>
                  <a:cubicBezTo>
                    <a:pt x="4952" y="6813"/>
                    <a:pt x="4979" y="6853"/>
                    <a:pt x="4992" y="6893"/>
                  </a:cubicBezTo>
                  <a:lnTo>
                    <a:pt x="4992" y="6297"/>
                  </a:lnTo>
                  <a:cubicBezTo>
                    <a:pt x="4410" y="5344"/>
                    <a:pt x="3827" y="4378"/>
                    <a:pt x="3205" y="3452"/>
                  </a:cubicBezTo>
                  <a:cubicBezTo>
                    <a:pt x="2927" y="3041"/>
                    <a:pt x="2636" y="2631"/>
                    <a:pt x="2345" y="2234"/>
                  </a:cubicBezTo>
                  <a:cubicBezTo>
                    <a:pt x="2332" y="2168"/>
                    <a:pt x="2305" y="2115"/>
                    <a:pt x="2279" y="2062"/>
                  </a:cubicBezTo>
                  <a:cubicBezTo>
                    <a:pt x="2239" y="1969"/>
                    <a:pt x="2213" y="1890"/>
                    <a:pt x="2173" y="1784"/>
                  </a:cubicBezTo>
                  <a:cubicBezTo>
                    <a:pt x="2107" y="1586"/>
                    <a:pt x="2027" y="1387"/>
                    <a:pt x="1961" y="1188"/>
                  </a:cubicBezTo>
                  <a:cubicBezTo>
                    <a:pt x="1895" y="990"/>
                    <a:pt x="1829" y="805"/>
                    <a:pt x="1776" y="606"/>
                  </a:cubicBezTo>
                  <a:cubicBezTo>
                    <a:pt x="1749" y="513"/>
                    <a:pt x="1723" y="408"/>
                    <a:pt x="1696" y="315"/>
                  </a:cubicBezTo>
                  <a:cubicBezTo>
                    <a:pt x="1670" y="209"/>
                    <a:pt x="1644" y="116"/>
                    <a:pt x="1564" y="50"/>
                  </a:cubicBezTo>
                  <a:cubicBezTo>
                    <a:pt x="1550" y="36"/>
                    <a:pt x="1533" y="31"/>
                    <a:pt x="1516" y="31"/>
                  </a:cubicBezTo>
                  <a:cubicBezTo>
                    <a:pt x="1483" y="31"/>
                    <a:pt x="1449" y="51"/>
                    <a:pt x="1432" y="77"/>
                  </a:cubicBezTo>
                  <a:cubicBezTo>
                    <a:pt x="1392" y="183"/>
                    <a:pt x="1419" y="275"/>
                    <a:pt x="1432" y="381"/>
                  </a:cubicBezTo>
                  <a:cubicBezTo>
                    <a:pt x="1445" y="474"/>
                    <a:pt x="1485" y="593"/>
                    <a:pt x="1511" y="699"/>
                  </a:cubicBezTo>
                  <a:cubicBezTo>
                    <a:pt x="1564" y="897"/>
                    <a:pt x="1630" y="1096"/>
                    <a:pt x="1696" y="1294"/>
                  </a:cubicBezTo>
                  <a:cubicBezTo>
                    <a:pt x="1723" y="1387"/>
                    <a:pt x="1776" y="1493"/>
                    <a:pt x="1816" y="1599"/>
                  </a:cubicBezTo>
                  <a:cubicBezTo>
                    <a:pt x="1419" y="1136"/>
                    <a:pt x="1008" y="712"/>
                    <a:pt x="519" y="328"/>
                  </a:cubicBezTo>
                  <a:cubicBezTo>
                    <a:pt x="386" y="236"/>
                    <a:pt x="254" y="116"/>
                    <a:pt x="121" y="11"/>
                  </a:cubicBezTo>
                  <a:cubicBezTo>
                    <a:pt x="110" y="4"/>
                    <a:pt x="99" y="1"/>
                    <a:pt x="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1"/>
            <p:cNvSpPr/>
            <p:nvPr/>
          </p:nvSpPr>
          <p:spPr>
            <a:xfrm>
              <a:off x="2245926" y="3111722"/>
              <a:ext cx="180024" cy="98709"/>
            </a:xfrm>
            <a:custGeom>
              <a:avLst/>
              <a:gdLst/>
              <a:ahLst/>
              <a:cxnLst/>
              <a:rect l="l" t="t" r="r" b="b"/>
              <a:pathLst>
                <a:path w="2929" h="1606" extrusionOk="0">
                  <a:moveTo>
                    <a:pt x="135" y="0"/>
                  </a:moveTo>
                  <a:cubicBezTo>
                    <a:pt x="46" y="0"/>
                    <a:pt x="0" y="113"/>
                    <a:pt x="96" y="149"/>
                  </a:cubicBezTo>
                  <a:cubicBezTo>
                    <a:pt x="560" y="401"/>
                    <a:pt x="1023" y="613"/>
                    <a:pt x="1486" y="851"/>
                  </a:cubicBezTo>
                  <a:cubicBezTo>
                    <a:pt x="1949" y="1076"/>
                    <a:pt x="2413" y="1327"/>
                    <a:pt x="2863" y="1579"/>
                  </a:cubicBezTo>
                  <a:cubicBezTo>
                    <a:pt x="2876" y="1592"/>
                    <a:pt x="2889" y="1592"/>
                    <a:pt x="2902" y="1605"/>
                  </a:cubicBezTo>
                  <a:lnTo>
                    <a:pt x="2902" y="1301"/>
                  </a:lnTo>
                  <a:lnTo>
                    <a:pt x="2929" y="1301"/>
                  </a:lnTo>
                  <a:cubicBezTo>
                    <a:pt x="2558" y="1076"/>
                    <a:pt x="2201" y="877"/>
                    <a:pt x="1817" y="692"/>
                  </a:cubicBezTo>
                  <a:cubicBezTo>
                    <a:pt x="1288" y="427"/>
                    <a:pt x="745" y="189"/>
                    <a:pt x="163" y="4"/>
                  </a:cubicBezTo>
                  <a:cubicBezTo>
                    <a:pt x="153" y="1"/>
                    <a:pt x="144" y="0"/>
                    <a:pt x="1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6" name="Google Shape;606;p21"/>
          <p:cNvSpPr/>
          <p:nvPr/>
        </p:nvSpPr>
        <p:spPr>
          <a:xfrm>
            <a:off x="5537318" y="297942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1"/>
          <p:cNvSpPr txBox="1">
            <a:spLocks noGrp="1"/>
          </p:cNvSpPr>
          <p:nvPr>
            <p:ph type="ctrTitle"/>
          </p:nvPr>
        </p:nvSpPr>
        <p:spPr>
          <a:xfrm>
            <a:off x="870547" y="539500"/>
            <a:ext cx="3923100" cy="924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08" name="Google Shape;608;p21"/>
          <p:cNvSpPr txBox="1">
            <a:spLocks noGrp="1"/>
          </p:cNvSpPr>
          <p:nvPr>
            <p:ph type="subTitle" idx="1"/>
          </p:nvPr>
        </p:nvSpPr>
        <p:spPr>
          <a:xfrm>
            <a:off x="870550" y="1463650"/>
            <a:ext cx="3923100" cy="16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09" name="Google Shape;609;p21"/>
          <p:cNvSpPr txBox="1"/>
          <p:nvPr/>
        </p:nvSpPr>
        <p:spPr>
          <a:xfrm>
            <a:off x="870550" y="3895925"/>
            <a:ext cx="3923100" cy="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2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22"/>
          <p:cNvGrpSpPr/>
          <p:nvPr/>
        </p:nvGrpSpPr>
        <p:grpSpPr>
          <a:xfrm>
            <a:off x="-35158" y="1227175"/>
            <a:ext cx="9211678" cy="3975613"/>
            <a:chOff x="-35158" y="1227175"/>
            <a:chExt cx="9211678" cy="3975613"/>
          </a:xfrm>
        </p:grpSpPr>
        <p:grpSp>
          <p:nvGrpSpPr>
            <p:cNvPr id="612" name="Google Shape;612;p22"/>
            <p:cNvGrpSpPr/>
            <p:nvPr/>
          </p:nvGrpSpPr>
          <p:grpSpPr>
            <a:xfrm>
              <a:off x="7858101" y="2678208"/>
              <a:ext cx="1318419" cy="2524580"/>
              <a:chOff x="3224716" y="3669126"/>
              <a:chExt cx="736259" cy="1409828"/>
            </a:xfrm>
          </p:grpSpPr>
          <p:sp>
            <p:nvSpPr>
              <p:cNvPr id="613" name="Google Shape;613;p22"/>
              <p:cNvSpPr/>
              <p:nvPr/>
            </p:nvSpPr>
            <p:spPr>
              <a:xfrm>
                <a:off x="3537929" y="4954001"/>
                <a:ext cx="423046" cy="124953"/>
              </a:xfrm>
              <a:custGeom>
                <a:avLst/>
                <a:gdLst/>
                <a:ahLst/>
                <a:cxnLst/>
                <a:rect l="l" t="t" r="r" b="b"/>
                <a:pathLst>
                  <a:path w="6883" h="2033" extrusionOk="0">
                    <a:moveTo>
                      <a:pt x="710" y="1"/>
                    </a:moveTo>
                    <a:cubicBezTo>
                      <a:pt x="265" y="1"/>
                      <a:pt x="0" y="21"/>
                      <a:pt x="0" y="21"/>
                    </a:cubicBezTo>
                    <a:cubicBezTo>
                      <a:pt x="0" y="21"/>
                      <a:pt x="3574" y="1437"/>
                      <a:pt x="5030" y="1662"/>
                    </a:cubicBezTo>
                    <a:cubicBezTo>
                      <a:pt x="5573" y="1742"/>
                      <a:pt x="6261" y="1874"/>
                      <a:pt x="6883" y="2033"/>
                    </a:cubicBezTo>
                    <a:lnTo>
                      <a:pt x="6883" y="1318"/>
                    </a:lnTo>
                    <a:cubicBezTo>
                      <a:pt x="6420" y="1106"/>
                      <a:pt x="5864" y="881"/>
                      <a:pt x="5215" y="669"/>
                    </a:cubicBezTo>
                    <a:cubicBezTo>
                      <a:pt x="3431" y="93"/>
                      <a:pt x="1659" y="1"/>
                      <a:pt x="7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2"/>
              <p:cNvSpPr/>
              <p:nvPr/>
            </p:nvSpPr>
            <p:spPr>
              <a:xfrm>
                <a:off x="3484210" y="4681660"/>
                <a:ext cx="475966" cy="157344"/>
              </a:xfrm>
              <a:custGeom>
                <a:avLst/>
                <a:gdLst/>
                <a:ahLst/>
                <a:cxnLst/>
                <a:rect l="l" t="t" r="r" b="b"/>
                <a:pathLst>
                  <a:path w="7744" h="2560" extrusionOk="0">
                    <a:moveTo>
                      <a:pt x="901" y="1"/>
                    </a:moveTo>
                    <a:cubicBezTo>
                      <a:pt x="326" y="1"/>
                      <a:pt x="1" y="45"/>
                      <a:pt x="1" y="45"/>
                    </a:cubicBezTo>
                    <a:cubicBezTo>
                      <a:pt x="1" y="45"/>
                      <a:pt x="3177" y="1673"/>
                      <a:pt x="5308" y="2070"/>
                    </a:cubicBezTo>
                    <a:cubicBezTo>
                      <a:pt x="6314" y="2268"/>
                      <a:pt x="7148" y="2440"/>
                      <a:pt x="7744" y="2559"/>
                    </a:cubicBezTo>
                    <a:lnTo>
                      <a:pt x="7744" y="2003"/>
                    </a:lnTo>
                    <a:cubicBezTo>
                      <a:pt x="6870" y="1448"/>
                      <a:pt x="5560" y="706"/>
                      <a:pt x="4130" y="389"/>
                    </a:cubicBezTo>
                    <a:cubicBezTo>
                      <a:pt x="2756" y="71"/>
                      <a:pt x="1629" y="1"/>
                      <a:pt x="9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22"/>
              <p:cNvSpPr/>
              <p:nvPr/>
            </p:nvSpPr>
            <p:spPr>
              <a:xfrm>
                <a:off x="3363867" y="4420014"/>
                <a:ext cx="560538" cy="152181"/>
              </a:xfrm>
              <a:custGeom>
                <a:avLst/>
                <a:gdLst/>
                <a:ahLst/>
                <a:cxnLst/>
                <a:rect l="l" t="t" r="r" b="b"/>
                <a:pathLst>
                  <a:path w="9120" h="2476" extrusionOk="0">
                    <a:moveTo>
                      <a:pt x="2201" y="1"/>
                    </a:moveTo>
                    <a:cubicBezTo>
                      <a:pt x="920" y="1"/>
                      <a:pt x="0" y="172"/>
                      <a:pt x="0" y="172"/>
                    </a:cubicBezTo>
                    <a:cubicBezTo>
                      <a:pt x="0" y="172"/>
                      <a:pt x="2515" y="1231"/>
                      <a:pt x="4937" y="1562"/>
                    </a:cubicBezTo>
                    <a:cubicBezTo>
                      <a:pt x="7346" y="1919"/>
                      <a:pt x="9119" y="2475"/>
                      <a:pt x="9119" y="2475"/>
                    </a:cubicBezTo>
                    <a:cubicBezTo>
                      <a:pt x="9119" y="2475"/>
                      <a:pt x="7610" y="953"/>
                      <a:pt x="5082" y="331"/>
                    </a:cubicBezTo>
                    <a:cubicBezTo>
                      <a:pt x="4071" y="77"/>
                      <a:pt x="3056" y="1"/>
                      <a:pt x="22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22"/>
              <p:cNvSpPr/>
              <p:nvPr/>
            </p:nvSpPr>
            <p:spPr>
              <a:xfrm>
                <a:off x="3866569" y="3936796"/>
                <a:ext cx="72464" cy="553224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9001" extrusionOk="0">
                    <a:moveTo>
                      <a:pt x="1059" y="0"/>
                    </a:moveTo>
                    <a:lnTo>
                      <a:pt x="1059" y="0"/>
                    </a:lnTo>
                    <a:cubicBezTo>
                      <a:pt x="1059" y="1"/>
                      <a:pt x="120" y="2449"/>
                      <a:pt x="53" y="4620"/>
                    </a:cubicBezTo>
                    <a:cubicBezTo>
                      <a:pt x="1" y="6764"/>
                      <a:pt x="477" y="9000"/>
                      <a:pt x="477" y="9000"/>
                    </a:cubicBezTo>
                    <a:cubicBezTo>
                      <a:pt x="477" y="9000"/>
                      <a:pt x="914" y="6314"/>
                      <a:pt x="1046" y="3839"/>
                    </a:cubicBezTo>
                    <a:cubicBezTo>
                      <a:pt x="1178" y="1351"/>
                      <a:pt x="1059" y="1"/>
                      <a:pt x="10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22"/>
              <p:cNvSpPr/>
              <p:nvPr/>
            </p:nvSpPr>
            <p:spPr>
              <a:xfrm>
                <a:off x="3260548" y="4155725"/>
                <a:ext cx="537735" cy="180515"/>
              </a:xfrm>
              <a:custGeom>
                <a:avLst/>
                <a:gdLst/>
                <a:ahLst/>
                <a:cxnLst/>
                <a:rect l="l" t="t" r="r" b="b"/>
                <a:pathLst>
                  <a:path w="8749" h="2937" extrusionOk="0">
                    <a:moveTo>
                      <a:pt x="502" y="1"/>
                    </a:moveTo>
                    <a:cubicBezTo>
                      <a:pt x="186" y="1"/>
                      <a:pt x="0" y="12"/>
                      <a:pt x="0" y="12"/>
                    </a:cubicBezTo>
                    <a:cubicBezTo>
                      <a:pt x="0" y="12"/>
                      <a:pt x="993" y="819"/>
                      <a:pt x="3719" y="1587"/>
                    </a:cubicBezTo>
                    <a:cubicBezTo>
                      <a:pt x="6433" y="2328"/>
                      <a:pt x="8749" y="2937"/>
                      <a:pt x="8749" y="2937"/>
                    </a:cubicBezTo>
                    <a:cubicBezTo>
                      <a:pt x="8749" y="2937"/>
                      <a:pt x="6486" y="1163"/>
                      <a:pt x="4355" y="528"/>
                    </a:cubicBezTo>
                    <a:cubicBezTo>
                      <a:pt x="2832" y="68"/>
                      <a:pt x="1276" y="1"/>
                      <a:pt x="5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2"/>
              <p:cNvSpPr/>
              <p:nvPr/>
            </p:nvSpPr>
            <p:spPr>
              <a:xfrm>
                <a:off x="3696563" y="3757816"/>
                <a:ext cx="96865" cy="510139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8300" extrusionOk="0">
                    <a:moveTo>
                      <a:pt x="794" y="1"/>
                    </a:moveTo>
                    <a:cubicBezTo>
                      <a:pt x="794" y="1"/>
                      <a:pt x="0" y="2184"/>
                      <a:pt x="146" y="4117"/>
                    </a:cubicBezTo>
                    <a:cubicBezTo>
                      <a:pt x="318" y="6049"/>
                      <a:pt x="1192" y="8299"/>
                      <a:pt x="1192" y="8299"/>
                    </a:cubicBezTo>
                    <a:cubicBezTo>
                      <a:pt x="1192" y="8299"/>
                      <a:pt x="1575" y="7664"/>
                      <a:pt x="1377" y="5030"/>
                    </a:cubicBezTo>
                    <a:cubicBezTo>
                      <a:pt x="1192" y="2396"/>
                      <a:pt x="794" y="1"/>
                      <a:pt x="7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22"/>
              <p:cNvSpPr/>
              <p:nvPr/>
            </p:nvSpPr>
            <p:spPr>
              <a:xfrm>
                <a:off x="3224716" y="3669126"/>
                <a:ext cx="433679" cy="446709"/>
              </a:xfrm>
              <a:custGeom>
                <a:avLst/>
                <a:gdLst/>
                <a:ahLst/>
                <a:cxnLst/>
                <a:rect l="l" t="t" r="r" b="b"/>
                <a:pathLst>
                  <a:path w="7056" h="7268" extrusionOk="0">
                    <a:moveTo>
                      <a:pt x="1" y="1"/>
                    </a:moveTo>
                    <a:cubicBezTo>
                      <a:pt x="1" y="1"/>
                      <a:pt x="517" y="1523"/>
                      <a:pt x="2330" y="3614"/>
                    </a:cubicBezTo>
                    <a:cubicBezTo>
                      <a:pt x="4157" y="5692"/>
                      <a:pt x="7055" y="7267"/>
                      <a:pt x="7055" y="7267"/>
                    </a:cubicBezTo>
                    <a:cubicBezTo>
                      <a:pt x="7055" y="7267"/>
                      <a:pt x="6446" y="5242"/>
                      <a:pt x="4699" y="3482"/>
                    </a:cubicBezTo>
                    <a:cubicBezTo>
                      <a:pt x="2952" y="1708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22"/>
              <p:cNvSpPr/>
              <p:nvPr/>
            </p:nvSpPr>
            <p:spPr>
              <a:xfrm>
                <a:off x="3456860" y="3893280"/>
                <a:ext cx="503316" cy="783032"/>
              </a:xfrm>
              <a:custGeom>
                <a:avLst/>
                <a:gdLst/>
                <a:ahLst/>
                <a:cxnLst/>
                <a:rect l="l" t="t" r="r" b="b"/>
                <a:pathLst>
                  <a:path w="8189" h="12740" extrusionOk="0">
                    <a:moveTo>
                      <a:pt x="78" y="1"/>
                    </a:moveTo>
                    <a:cubicBezTo>
                      <a:pt x="34" y="1"/>
                      <a:pt x="0" y="57"/>
                      <a:pt x="22" y="113"/>
                    </a:cubicBezTo>
                    <a:cubicBezTo>
                      <a:pt x="155" y="272"/>
                      <a:pt x="287" y="444"/>
                      <a:pt x="446" y="589"/>
                    </a:cubicBezTo>
                    <a:cubicBezTo>
                      <a:pt x="1015" y="1225"/>
                      <a:pt x="1597" y="1847"/>
                      <a:pt x="2140" y="2495"/>
                    </a:cubicBezTo>
                    <a:cubicBezTo>
                      <a:pt x="2696" y="3144"/>
                      <a:pt x="3225" y="3805"/>
                      <a:pt x="3715" y="4494"/>
                    </a:cubicBezTo>
                    <a:cubicBezTo>
                      <a:pt x="4721" y="5870"/>
                      <a:pt x="5621" y="7313"/>
                      <a:pt x="6415" y="8808"/>
                    </a:cubicBezTo>
                    <a:cubicBezTo>
                      <a:pt x="7077" y="10092"/>
                      <a:pt x="7672" y="11389"/>
                      <a:pt x="8189" y="12739"/>
                    </a:cubicBezTo>
                    <a:lnTo>
                      <a:pt x="8189" y="11985"/>
                    </a:lnTo>
                    <a:cubicBezTo>
                      <a:pt x="7633" y="10661"/>
                      <a:pt x="7024" y="9364"/>
                      <a:pt x="6336" y="8107"/>
                    </a:cubicBezTo>
                    <a:cubicBezTo>
                      <a:pt x="5502" y="6598"/>
                      <a:pt x="4575" y="5155"/>
                      <a:pt x="3530" y="3805"/>
                    </a:cubicBezTo>
                    <a:cubicBezTo>
                      <a:pt x="3027" y="3104"/>
                      <a:pt x="2484" y="2442"/>
                      <a:pt x="1902" y="1794"/>
                    </a:cubicBezTo>
                    <a:cubicBezTo>
                      <a:pt x="1333" y="1172"/>
                      <a:pt x="764" y="536"/>
                      <a:pt x="102" y="7"/>
                    </a:cubicBezTo>
                    <a:cubicBezTo>
                      <a:pt x="94" y="3"/>
                      <a:pt x="85" y="1"/>
                      <a:pt x="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1" name="Google Shape;621;p22"/>
            <p:cNvGrpSpPr/>
            <p:nvPr/>
          </p:nvGrpSpPr>
          <p:grpSpPr>
            <a:xfrm flipH="1">
              <a:off x="-35158" y="1796832"/>
              <a:ext cx="1432616" cy="2291010"/>
              <a:chOff x="869719" y="3820447"/>
              <a:chExt cx="836320" cy="1337425"/>
            </a:xfrm>
          </p:grpSpPr>
          <p:sp>
            <p:nvSpPr>
              <p:cNvPr id="622" name="Google Shape;622;p22"/>
              <p:cNvSpPr/>
              <p:nvPr/>
            </p:nvSpPr>
            <p:spPr>
              <a:xfrm>
                <a:off x="1360251" y="4688421"/>
                <a:ext cx="344190" cy="205100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3337" extrusionOk="0">
                    <a:moveTo>
                      <a:pt x="1" y="1"/>
                    </a:moveTo>
                    <a:cubicBezTo>
                      <a:pt x="1" y="1"/>
                      <a:pt x="2859" y="3124"/>
                      <a:pt x="5599" y="3336"/>
                    </a:cubicBezTo>
                    <a:lnTo>
                      <a:pt x="5599" y="636"/>
                    </a:lnTo>
                    <a:cubicBezTo>
                      <a:pt x="4537" y="666"/>
                      <a:pt x="3713" y="725"/>
                      <a:pt x="2988" y="725"/>
                    </a:cubicBezTo>
                    <a:cubicBezTo>
                      <a:pt x="2746" y="725"/>
                      <a:pt x="2515" y="719"/>
                      <a:pt x="2290" y="702"/>
                    </a:cubicBezTo>
                    <a:cubicBezTo>
                      <a:pt x="1126" y="636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22"/>
              <p:cNvSpPr/>
              <p:nvPr/>
            </p:nvSpPr>
            <p:spPr>
              <a:xfrm>
                <a:off x="1608006" y="5100897"/>
                <a:ext cx="96435" cy="56976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927" extrusionOk="0">
                    <a:moveTo>
                      <a:pt x="1568" y="0"/>
                    </a:moveTo>
                    <a:cubicBezTo>
                      <a:pt x="864" y="252"/>
                      <a:pt x="279" y="372"/>
                      <a:pt x="98" y="372"/>
                    </a:cubicBezTo>
                    <a:cubicBezTo>
                      <a:pt x="88" y="372"/>
                      <a:pt x="80" y="371"/>
                      <a:pt x="73" y="371"/>
                    </a:cubicBezTo>
                    <a:cubicBezTo>
                      <a:pt x="66" y="369"/>
                      <a:pt x="61" y="368"/>
                      <a:pt x="58" y="368"/>
                    </a:cubicBezTo>
                    <a:cubicBezTo>
                      <a:pt x="0" y="368"/>
                      <a:pt x="598" y="725"/>
                      <a:pt x="1568" y="927"/>
                    </a:cubicBezTo>
                    <a:lnTo>
                      <a:pt x="15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22"/>
              <p:cNvSpPr/>
              <p:nvPr/>
            </p:nvSpPr>
            <p:spPr>
              <a:xfrm>
                <a:off x="1377338" y="4467156"/>
                <a:ext cx="327103" cy="84941"/>
              </a:xfrm>
              <a:custGeom>
                <a:avLst/>
                <a:gdLst/>
                <a:ahLst/>
                <a:cxnLst/>
                <a:rect l="l" t="t" r="r" b="b"/>
                <a:pathLst>
                  <a:path w="5322" h="1382" extrusionOk="0">
                    <a:moveTo>
                      <a:pt x="1" y="1"/>
                    </a:moveTo>
                    <a:cubicBezTo>
                      <a:pt x="1023" y="1118"/>
                      <a:pt x="2251" y="1381"/>
                      <a:pt x="3394" y="1381"/>
                    </a:cubicBezTo>
                    <a:cubicBezTo>
                      <a:pt x="3834" y="1381"/>
                      <a:pt x="4262" y="1342"/>
                      <a:pt x="4659" y="1298"/>
                    </a:cubicBezTo>
                    <a:cubicBezTo>
                      <a:pt x="4911" y="1258"/>
                      <a:pt x="5123" y="1258"/>
                      <a:pt x="5321" y="1258"/>
                    </a:cubicBezTo>
                    <a:lnTo>
                      <a:pt x="5321" y="689"/>
                    </a:lnTo>
                    <a:cubicBezTo>
                      <a:pt x="4983" y="565"/>
                      <a:pt x="4589" y="483"/>
                      <a:pt x="4148" y="483"/>
                    </a:cubicBezTo>
                    <a:cubicBezTo>
                      <a:pt x="3880" y="483"/>
                      <a:pt x="3596" y="513"/>
                      <a:pt x="3296" y="583"/>
                    </a:cubicBezTo>
                    <a:cubicBezTo>
                      <a:pt x="3022" y="647"/>
                      <a:pt x="2748" y="673"/>
                      <a:pt x="2482" y="673"/>
                    </a:cubicBezTo>
                    <a:cubicBezTo>
                      <a:pt x="1143" y="67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22"/>
              <p:cNvSpPr/>
              <p:nvPr/>
            </p:nvSpPr>
            <p:spPr>
              <a:xfrm>
                <a:off x="1439968" y="3918049"/>
                <a:ext cx="264473" cy="488197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794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795" y="1629"/>
                      <a:pt x="1973" y="3336"/>
                    </a:cubicBezTo>
                    <a:cubicBezTo>
                      <a:pt x="2886" y="4673"/>
                      <a:pt x="3945" y="6950"/>
                      <a:pt x="4302" y="7942"/>
                    </a:cubicBezTo>
                    <a:lnTo>
                      <a:pt x="4302" y="5652"/>
                    </a:lnTo>
                    <a:cubicBezTo>
                      <a:pt x="4223" y="5282"/>
                      <a:pt x="4104" y="4885"/>
                      <a:pt x="3958" y="4488"/>
                    </a:cubicBezTo>
                    <a:cubicBezTo>
                      <a:pt x="3151" y="2172"/>
                      <a:pt x="1721" y="716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22"/>
              <p:cNvSpPr/>
              <p:nvPr/>
            </p:nvSpPr>
            <p:spPr>
              <a:xfrm>
                <a:off x="1197560" y="4284551"/>
                <a:ext cx="440133" cy="93239"/>
              </a:xfrm>
              <a:custGeom>
                <a:avLst/>
                <a:gdLst/>
                <a:ahLst/>
                <a:cxnLst/>
                <a:rect l="l" t="t" r="r" b="b"/>
                <a:pathLst>
                  <a:path w="7161" h="1517" extrusionOk="0">
                    <a:moveTo>
                      <a:pt x="3716" y="1"/>
                    </a:moveTo>
                    <a:cubicBezTo>
                      <a:pt x="2197" y="1"/>
                      <a:pt x="1115" y="391"/>
                      <a:pt x="412" y="391"/>
                    </a:cubicBezTo>
                    <a:cubicBezTo>
                      <a:pt x="256" y="391"/>
                      <a:pt x="119" y="371"/>
                      <a:pt x="1" y="325"/>
                    </a:cubicBezTo>
                    <a:lnTo>
                      <a:pt x="1" y="325"/>
                    </a:lnTo>
                    <a:cubicBezTo>
                      <a:pt x="1" y="325"/>
                      <a:pt x="1795" y="1517"/>
                      <a:pt x="3807" y="1517"/>
                    </a:cubicBezTo>
                    <a:cubicBezTo>
                      <a:pt x="3840" y="1517"/>
                      <a:pt x="3872" y="1517"/>
                      <a:pt x="3905" y="1516"/>
                    </a:cubicBezTo>
                    <a:cubicBezTo>
                      <a:pt x="5930" y="1476"/>
                      <a:pt x="7161" y="1053"/>
                      <a:pt x="7161" y="1053"/>
                    </a:cubicBezTo>
                    <a:cubicBezTo>
                      <a:pt x="7161" y="1053"/>
                      <a:pt x="6777" y="245"/>
                      <a:pt x="4474" y="34"/>
                    </a:cubicBezTo>
                    <a:cubicBezTo>
                      <a:pt x="4210" y="11"/>
                      <a:pt x="3957" y="1"/>
                      <a:pt x="37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22"/>
              <p:cNvSpPr/>
              <p:nvPr/>
            </p:nvSpPr>
            <p:spPr>
              <a:xfrm>
                <a:off x="1142244" y="3820447"/>
                <a:ext cx="346587" cy="364534"/>
              </a:xfrm>
              <a:custGeom>
                <a:avLst/>
                <a:gdLst/>
                <a:ahLst/>
                <a:cxnLst/>
                <a:rect l="l" t="t" r="r" b="b"/>
                <a:pathLst>
                  <a:path w="5639" h="5931" extrusionOk="0">
                    <a:moveTo>
                      <a:pt x="1" y="1"/>
                    </a:moveTo>
                    <a:cubicBezTo>
                      <a:pt x="1" y="1"/>
                      <a:pt x="993" y="1046"/>
                      <a:pt x="2105" y="2780"/>
                    </a:cubicBezTo>
                    <a:cubicBezTo>
                      <a:pt x="3230" y="4540"/>
                      <a:pt x="5334" y="5930"/>
                      <a:pt x="5334" y="5930"/>
                    </a:cubicBezTo>
                    <a:cubicBezTo>
                      <a:pt x="5639" y="353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22"/>
              <p:cNvSpPr/>
              <p:nvPr/>
            </p:nvSpPr>
            <p:spPr>
              <a:xfrm>
                <a:off x="869719" y="3968510"/>
                <a:ext cx="494650" cy="208051"/>
              </a:xfrm>
              <a:custGeom>
                <a:avLst/>
                <a:gdLst/>
                <a:ahLst/>
                <a:cxnLst/>
                <a:rect l="l" t="t" r="r" b="b"/>
                <a:pathLst>
                  <a:path w="8048" h="3385" extrusionOk="0">
                    <a:moveTo>
                      <a:pt x="2332" y="0"/>
                    </a:moveTo>
                    <a:cubicBezTo>
                      <a:pt x="898" y="0"/>
                      <a:pt x="1" y="517"/>
                      <a:pt x="1" y="530"/>
                    </a:cubicBezTo>
                    <a:cubicBezTo>
                      <a:pt x="1735" y="543"/>
                      <a:pt x="2754" y="2012"/>
                      <a:pt x="4487" y="3005"/>
                    </a:cubicBezTo>
                    <a:cubicBezTo>
                      <a:pt x="4975" y="3284"/>
                      <a:pt x="5469" y="3384"/>
                      <a:pt x="5928" y="3384"/>
                    </a:cubicBezTo>
                    <a:cubicBezTo>
                      <a:pt x="7103" y="3384"/>
                      <a:pt x="8048" y="2727"/>
                      <a:pt x="8048" y="2727"/>
                    </a:cubicBezTo>
                    <a:cubicBezTo>
                      <a:pt x="5837" y="543"/>
                      <a:pt x="3803" y="0"/>
                      <a:pt x="23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22"/>
              <p:cNvSpPr/>
              <p:nvPr/>
            </p:nvSpPr>
            <p:spPr>
              <a:xfrm>
                <a:off x="1616980" y="4176254"/>
                <a:ext cx="89059" cy="224277"/>
              </a:xfrm>
              <a:custGeom>
                <a:avLst/>
                <a:gdLst/>
                <a:ahLst/>
                <a:cxnLst/>
                <a:rect l="l" t="t" r="r" b="b"/>
                <a:pathLst>
                  <a:path w="1449" h="3649" extrusionOk="0">
                    <a:moveTo>
                      <a:pt x="76" y="0"/>
                    </a:moveTo>
                    <a:cubicBezTo>
                      <a:pt x="35" y="0"/>
                      <a:pt x="0" y="41"/>
                      <a:pt x="19" y="88"/>
                    </a:cubicBezTo>
                    <a:cubicBezTo>
                      <a:pt x="165" y="406"/>
                      <a:pt x="337" y="724"/>
                      <a:pt x="496" y="1028"/>
                    </a:cubicBezTo>
                    <a:cubicBezTo>
                      <a:pt x="654" y="1346"/>
                      <a:pt x="774" y="1676"/>
                      <a:pt x="893" y="1994"/>
                    </a:cubicBezTo>
                    <a:cubicBezTo>
                      <a:pt x="1091" y="2537"/>
                      <a:pt x="1263" y="3106"/>
                      <a:pt x="1449" y="3649"/>
                    </a:cubicBezTo>
                    <a:lnTo>
                      <a:pt x="1449" y="3040"/>
                    </a:lnTo>
                    <a:cubicBezTo>
                      <a:pt x="1224" y="2351"/>
                      <a:pt x="1025" y="1690"/>
                      <a:pt x="734" y="1054"/>
                    </a:cubicBezTo>
                    <a:cubicBezTo>
                      <a:pt x="654" y="869"/>
                      <a:pt x="562" y="684"/>
                      <a:pt x="469" y="525"/>
                    </a:cubicBezTo>
                    <a:cubicBezTo>
                      <a:pt x="363" y="340"/>
                      <a:pt x="257" y="194"/>
                      <a:pt x="125" y="22"/>
                    </a:cubicBezTo>
                    <a:cubicBezTo>
                      <a:pt x="110" y="7"/>
                      <a:pt x="93" y="0"/>
                      <a:pt x="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22"/>
              <p:cNvSpPr/>
              <p:nvPr/>
            </p:nvSpPr>
            <p:spPr>
              <a:xfrm>
                <a:off x="1060068" y="4025425"/>
                <a:ext cx="644373" cy="419850"/>
              </a:xfrm>
              <a:custGeom>
                <a:avLst/>
                <a:gdLst/>
                <a:ahLst/>
                <a:cxnLst/>
                <a:rect l="l" t="t" r="r" b="b"/>
                <a:pathLst>
                  <a:path w="10484" h="6831" extrusionOk="0">
                    <a:moveTo>
                      <a:pt x="4264" y="1"/>
                    </a:moveTo>
                    <a:cubicBezTo>
                      <a:pt x="4223" y="1"/>
                      <a:pt x="4189" y="43"/>
                      <a:pt x="4210" y="94"/>
                    </a:cubicBezTo>
                    <a:cubicBezTo>
                      <a:pt x="4315" y="226"/>
                      <a:pt x="4408" y="345"/>
                      <a:pt x="4514" y="451"/>
                    </a:cubicBezTo>
                    <a:cubicBezTo>
                      <a:pt x="4620" y="570"/>
                      <a:pt x="4726" y="689"/>
                      <a:pt x="4832" y="808"/>
                    </a:cubicBezTo>
                    <a:cubicBezTo>
                      <a:pt x="5043" y="1033"/>
                      <a:pt x="5255" y="1245"/>
                      <a:pt x="5493" y="1483"/>
                    </a:cubicBezTo>
                    <a:cubicBezTo>
                      <a:pt x="5838" y="1828"/>
                      <a:pt x="6168" y="2172"/>
                      <a:pt x="6513" y="2529"/>
                    </a:cubicBezTo>
                    <a:cubicBezTo>
                      <a:pt x="6129" y="2278"/>
                      <a:pt x="5745" y="2066"/>
                      <a:pt x="5348" y="1841"/>
                    </a:cubicBezTo>
                    <a:cubicBezTo>
                      <a:pt x="3865" y="1086"/>
                      <a:pt x="2277" y="570"/>
                      <a:pt x="649" y="319"/>
                    </a:cubicBezTo>
                    <a:cubicBezTo>
                      <a:pt x="451" y="292"/>
                      <a:pt x="239" y="279"/>
                      <a:pt x="54" y="253"/>
                    </a:cubicBezTo>
                    <a:cubicBezTo>
                      <a:pt x="14" y="253"/>
                      <a:pt x="1" y="305"/>
                      <a:pt x="27" y="305"/>
                    </a:cubicBezTo>
                    <a:cubicBezTo>
                      <a:pt x="848" y="504"/>
                      <a:pt x="1642" y="689"/>
                      <a:pt x="2436" y="914"/>
                    </a:cubicBezTo>
                    <a:cubicBezTo>
                      <a:pt x="3230" y="1166"/>
                      <a:pt x="3998" y="1470"/>
                      <a:pt x="4752" y="1814"/>
                    </a:cubicBezTo>
                    <a:cubicBezTo>
                      <a:pt x="6235" y="2529"/>
                      <a:pt x="7611" y="3482"/>
                      <a:pt x="8736" y="4673"/>
                    </a:cubicBezTo>
                    <a:cubicBezTo>
                      <a:pt x="8868" y="4805"/>
                      <a:pt x="8988" y="4951"/>
                      <a:pt x="9120" y="5083"/>
                    </a:cubicBezTo>
                    <a:cubicBezTo>
                      <a:pt x="8988" y="5044"/>
                      <a:pt x="8855" y="5004"/>
                      <a:pt x="8723" y="4978"/>
                    </a:cubicBezTo>
                    <a:cubicBezTo>
                      <a:pt x="8260" y="4858"/>
                      <a:pt x="7770" y="4845"/>
                      <a:pt x="7293" y="4832"/>
                    </a:cubicBezTo>
                    <a:cubicBezTo>
                      <a:pt x="7173" y="4821"/>
                      <a:pt x="7048" y="4815"/>
                      <a:pt x="6921" y="4815"/>
                    </a:cubicBezTo>
                    <a:cubicBezTo>
                      <a:pt x="6741" y="4815"/>
                      <a:pt x="6558" y="4827"/>
                      <a:pt x="6380" y="4858"/>
                    </a:cubicBezTo>
                    <a:cubicBezTo>
                      <a:pt x="6314" y="4872"/>
                      <a:pt x="6301" y="4978"/>
                      <a:pt x="6380" y="4978"/>
                    </a:cubicBezTo>
                    <a:cubicBezTo>
                      <a:pt x="6632" y="5030"/>
                      <a:pt x="6896" y="5030"/>
                      <a:pt x="7161" y="5044"/>
                    </a:cubicBezTo>
                    <a:cubicBezTo>
                      <a:pt x="7413" y="5057"/>
                      <a:pt x="7677" y="5070"/>
                      <a:pt x="7929" y="5083"/>
                    </a:cubicBezTo>
                    <a:cubicBezTo>
                      <a:pt x="8339" y="5123"/>
                      <a:pt x="8749" y="5189"/>
                      <a:pt x="9146" y="5335"/>
                    </a:cubicBezTo>
                    <a:cubicBezTo>
                      <a:pt x="9265" y="5375"/>
                      <a:pt x="9358" y="5428"/>
                      <a:pt x="9464" y="5467"/>
                    </a:cubicBezTo>
                    <a:cubicBezTo>
                      <a:pt x="9464" y="5467"/>
                      <a:pt x="9464" y="5467"/>
                      <a:pt x="9464" y="5467"/>
                    </a:cubicBezTo>
                    <a:lnTo>
                      <a:pt x="9464" y="5467"/>
                    </a:lnTo>
                    <a:cubicBezTo>
                      <a:pt x="9464" y="5480"/>
                      <a:pt x="9467" y="5487"/>
                      <a:pt x="9469" y="5487"/>
                    </a:cubicBezTo>
                    <a:cubicBezTo>
                      <a:pt x="9471" y="5487"/>
                      <a:pt x="9471" y="5480"/>
                      <a:pt x="9464" y="5467"/>
                    </a:cubicBezTo>
                    <a:lnTo>
                      <a:pt x="9464" y="5467"/>
                    </a:lnTo>
                    <a:cubicBezTo>
                      <a:pt x="9821" y="5917"/>
                      <a:pt x="10152" y="6367"/>
                      <a:pt x="10483" y="6830"/>
                    </a:cubicBezTo>
                    <a:lnTo>
                      <a:pt x="10483" y="6367"/>
                    </a:lnTo>
                    <a:cubicBezTo>
                      <a:pt x="10099" y="5851"/>
                      <a:pt x="9729" y="5335"/>
                      <a:pt x="9292" y="4858"/>
                    </a:cubicBezTo>
                    <a:cubicBezTo>
                      <a:pt x="8723" y="4197"/>
                      <a:pt x="8061" y="3601"/>
                      <a:pt x="7346" y="3072"/>
                    </a:cubicBezTo>
                    <a:lnTo>
                      <a:pt x="7333" y="3058"/>
                    </a:lnTo>
                    <a:cubicBezTo>
                      <a:pt x="7227" y="2939"/>
                      <a:pt x="7108" y="2820"/>
                      <a:pt x="7015" y="2701"/>
                    </a:cubicBezTo>
                    <a:cubicBezTo>
                      <a:pt x="6790" y="2476"/>
                      <a:pt x="6579" y="2264"/>
                      <a:pt x="6367" y="2039"/>
                    </a:cubicBezTo>
                    <a:cubicBezTo>
                      <a:pt x="5943" y="1603"/>
                      <a:pt x="5493" y="1153"/>
                      <a:pt x="5057" y="716"/>
                    </a:cubicBezTo>
                    <a:cubicBezTo>
                      <a:pt x="4951" y="610"/>
                      <a:pt x="4832" y="478"/>
                      <a:pt x="4699" y="358"/>
                    </a:cubicBezTo>
                    <a:lnTo>
                      <a:pt x="4302" y="14"/>
                    </a:lnTo>
                    <a:cubicBezTo>
                      <a:pt x="4290" y="5"/>
                      <a:pt x="4276" y="1"/>
                      <a:pt x="42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22"/>
              <p:cNvSpPr/>
              <p:nvPr/>
            </p:nvSpPr>
            <p:spPr>
              <a:xfrm>
                <a:off x="1592887" y="4517617"/>
                <a:ext cx="111554" cy="18746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305" extrusionOk="0">
                    <a:moveTo>
                      <a:pt x="477" y="0"/>
                    </a:moveTo>
                    <a:cubicBezTo>
                      <a:pt x="411" y="0"/>
                      <a:pt x="332" y="14"/>
                      <a:pt x="266" y="14"/>
                    </a:cubicBezTo>
                    <a:cubicBezTo>
                      <a:pt x="199" y="14"/>
                      <a:pt x="120" y="27"/>
                      <a:pt x="54" y="40"/>
                    </a:cubicBezTo>
                    <a:cubicBezTo>
                      <a:pt x="1" y="67"/>
                      <a:pt x="1" y="146"/>
                      <a:pt x="54" y="146"/>
                    </a:cubicBezTo>
                    <a:cubicBezTo>
                      <a:pt x="160" y="172"/>
                      <a:pt x="292" y="159"/>
                      <a:pt x="411" y="172"/>
                    </a:cubicBezTo>
                    <a:cubicBezTo>
                      <a:pt x="530" y="199"/>
                      <a:pt x="663" y="199"/>
                      <a:pt x="769" y="199"/>
                    </a:cubicBezTo>
                    <a:cubicBezTo>
                      <a:pt x="1020" y="212"/>
                      <a:pt x="1258" y="225"/>
                      <a:pt x="1496" y="265"/>
                    </a:cubicBezTo>
                    <a:cubicBezTo>
                      <a:pt x="1602" y="278"/>
                      <a:pt x="1721" y="292"/>
                      <a:pt x="1814" y="305"/>
                    </a:cubicBezTo>
                    <a:lnTo>
                      <a:pt x="1814" y="93"/>
                    </a:lnTo>
                    <a:cubicBezTo>
                      <a:pt x="1523" y="40"/>
                      <a:pt x="1205" y="14"/>
                      <a:pt x="8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32" name="Google Shape;632;p22"/>
            <p:cNvSpPr/>
            <p:nvPr/>
          </p:nvSpPr>
          <p:spPr>
            <a:xfrm>
              <a:off x="61500" y="4505540"/>
              <a:ext cx="1303446" cy="187765"/>
            </a:xfrm>
            <a:custGeom>
              <a:avLst/>
              <a:gdLst/>
              <a:ahLst/>
              <a:cxnLst/>
              <a:rect l="l" t="t" r="r" b="b"/>
              <a:pathLst>
                <a:path w="15473" h="2229" extrusionOk="0">
                  <a:moveTo>
                    <a:pt x="6864" y="1"/>
                  </a:moveTo>
                  <a:cubicBezTo>
                    <a:pt x="6793" y="1"/>
                    <a:pt x="6720" y="2"/>
                    <a:pt x="6644" y="5"/>
                  </a:cubicBezTo>
                  <a:cubicBezTo>
                    <a:pt x="4196" y="84"/>
                    <a:pt x="3389" y="1553"/>
                    <a:pt x="2899" y="1699"/>
                  </a:cubicBezTo>
                  <a:cubicBezTo>
                    <a:pt x="2692" y="1762"/>
                    <a:pt x="2511" y="1782"/>
                    <a:pt x="2323" y="1782"/>
                  </a:cubicBezTo>
                  <a:cubicBezTo>
                    <a:pt x="2040" y="1782"/>
                    <a:pt x="1739" y="1739"/>
                    <a:pt x="1311" y="1739"/>
                  </a:cubicBezTo>
                  <a:cubicBezTo>
                    <a:pt x="583" y="1739"/>
                    <a:pt x="0" y="2228"/>
                    <a:pt x="0" y="2228"/>
                  </a:cubicBezTo>
                  <a:lnTo>
                    <a:pt x="15472" y="2228"/>
                  </a:lnTo>
                  <a:cubicBezTo>
                    <a:pt x="15472" y="2228"/>
                    <a:pt x="14652" y="1130"/>
                    <a:pt x="13130" y="1037"/>
                  </a:cubicBezTo>
                  <a:cubicBezTo>
                    <a:pt x="13053" y="1034"/>
                    <a:pt x="12980" y="1032"/>
                    <a:pt x="12910" y="1032"/>
                  </a:cubicBezTo>
                  <a:cubicBezTo>
                    <a:pt x="11724" y="1032"/>
                    <a:pt x="11458" y="1489"/>
                    <a:pt x="10545" y="1489"/>
                  </a:cubicBezTo>
                  <a:cubicBezTo>
                    <a:pt x="10452" y="1489"/>
                    <a:pt x="10352" y="1484"/>
                    <a:pt x="10244" y="1474"/>
                  </a:cubicBezTo>
                  <a:cubicBezTo>
                    <a:pt x="9052" y="1359"/>
                    <a:pt x="9077" y="1"/>
                    <a:pt x="686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2"/>
            <p:cNvSpPr/>
            <p:nvPr/>
          </p:nvSpPr>
          <p:spPr>
            <a:xfrm>
              <a:off x="6661336" y="4726441"/>
              <a:ext cx="1443958" cy="343942"/>
            </a:xfrm>
            <a:custGeom>
              <a:avLst/>
              <a:gdLst/>
              <a:ahLst/>
              <a:cxnLst/>
              <a:rect l="l" t="t" r="r" b="b"/>
              <a:pathLst>
                <a:path w="17141" h="4083" extrusionOk="0">
                  <a:moveTo>
                    <a:pt x="7584" y="1"/>
                  </a:moveTo>
                  <a:cubicBezTo>
                    <a:pt x="7516" y="1"/>
                    <a:pt x="7445" y="3"/>
                    <a:pt x="7373" y="6"/>
                  </a:cubicBezTo>
                  <a:cubicBezTo>
                    <a:pt x="4673" y="139"/>
                    <a:pt x="3773" y="2826"/>
                    <a:pt x="3217" y="3104"/>
                  </a:cubicBezTo>
                  <a:cubicBezTo>
                    <a:pt x="2991" y="3214"/>
                    <a:pt x="2797" y="3247"/>
                    <a:pt x="2593" y="3247"/>
                  </a:cubicBezTo>
                  <a:cubicBezTo>
                    <a:pt x="2283" y="3247"/>
                    <a:pt x="1952" y="3170"/>
                    <a:pt x="1456" y="3170"/>
                  </a:cubicBezTo>
                  <a:cubicBezTo>
                    <a:pt x="649" y="3170"/>
                    <a:pt x="0" y="4083"/>
                    <a:pt x="0" y="4083"/>
                  </a:cubicBezTo>
                  <a:lnTo>
                    <a:pt x="17140" y="4083"/>
                  </a:lnTo>
                  <a:cubicBezTo>
                    <a:pt x="17140" y="4083"/>
                    <a:pt x="16227" y="2045"/>
                    <a:pt x="14559" y="1912"/>
                  </a:cubicBezTo>
                  <a:cubicBezTo>
                    <a:pt x="14466" y="1905"/>
                    <a:pt x="14378" y="1901"/>
                    <a:pt x="14294" y="1901"/>
                  </a:cubicBezTo>
                  <a:cubicBezTo>
                    <a:pt x="13000" y="1901"/>
                    <a:pt x="12705" y="2720"/>
                    <a:pt x="11688" y="2720"/>
                  </a:cubicBezTo>
                  <a:cubicBezTo>
                    <a:pt x="11585" y="2720"/>
                    <a:pt x="11475" y="2712"/>
                    <a:pt x="11356" y="2693"/>
                  </a:cubicBezTo>
                  <a:cubicBezTo>
                    <a:pt x="10017" y="2487"/>
                    <a:pt x="10056" y="1"/>
                    <a:pt x="75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2"/>
            <p:cNvSpPr/>
            <p:nvPr/>
          </p:nvSpPr>
          <p:spPr>
            <a:xfrm>
              <a:off x="1521843" y="4693292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2"/>
            <p:cNvSpPr/>
            <p:nvPr/>
          </p:nvSpPr>
          <p:spPr>
            <a:xfrm>
              <a:off x="8582625" y="1227175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3"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" name="Google Shape;637;p23"/>
          <p:cNvGrpSpPr/>
          <p:nvPr/>
        </p:nvGrpSpPr>
        <p:grpSpPr>
          <a:xfrm>
            <a:off x="-912715" y="-10"/>
            <a:ext cx="11067144" cy="5820128"/>
            <a:chOff x="-912715" y="-10"/>
            <a:chExt cx="11067144" cy="5820128"/>
          </a:xfrm>
        </p:grpSpPr>
        <p:grpSp>
          <p:nvGrpSpPr>
            <p:cNvPr id="638" name="Google Shape;638;p23"/>
            <p:cNvGrpSpPr/>
            <p:nvPr/>
          </p:nvGrpSpPr>
          <p:grpSpPr>
            <a:xfrm rot="1929175">
              <a:off x="8265298" y="3138248"/>
              <a:ext cx="1318453" cy="2524643"/>
              <a:chOff x="3224716" y="3669126"/>
              <a:chExt cx="736259" cy="1409828"/>
            </a:xfrm>
          </p:grpSpPr>
          <p:sp>
            <p:nvSpPr>
              <p:cNvPr id="639" name="Google Shape;639;p23"/>
              <p:cNvSpPr/>
              <p:nvPr/>
            </p:nvSpPr>
            <p:spPr>
              <a:xfrm>
                <a:off x="3537929" y="4954001"/>
                <a:ext cx="423046" cy="124953"/>
              </a:xfrm>
              <a:custGeom>
                <a:avLst/>
                <a:gdLst/>
                <a:ahLst/>
                <a:cxnLst/>
                <a:rect l="l" t="t" r="r" b="b"/>
                <a:pathLst>
                  <a:path w="6883" h="2033" extrusionOk="0">
                    <a:moveTo>
                      <a:pt x="710" y="1"/>
                    </a:moveTo>
                    <a:cubicBezTo>
                      <a:pt x="265" y="1"/>
                      <a:pt x="0" y="21"/>
                      <a:pt x="0" y="21"/>
                    </a:cubicBezTo>
                    <a:cubicBezTo>
                      <a:pt x="0" y="21"/>
                      <a:pt x="3574" y="1437"/>
                      <a:pt x="5030" y="1662"/>
                    </a:cubicBezTo>
                    <a:cubicBezTo>
                      <a:pt x="5573" y="1742"/>
                      <a:pt x="6261" y="1874"/>
                      <a:pt x="6883" y="2033"/>
                    </a:cubicBezTo>
                    <a:lnTo>
                      <a:pt x="6883" y="1318"/>
                    </a:lnTo>
                    <a:cubicBezTo>
                      <a:pt x="6420" y="1106"/>
                      <a:pt x="5864" y="881"/>
                      <a:pt x="5215" y="669"/>
                    </a:cubicBezTo>
                    <a:cubicBezTo>
                      <a:pt x="3431" y="93"/>
                      <a:pt x="1659" y="1"/>
                      <a:pt x="7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3484210" y="4681660"/>
                <a:ext cx="475966" cy="157344"/>
              </a:xfrm>
              <a:custGeom>
                <a:avLst/>
                <a:gdLst/>
                <a:ahLst/>
                <a:cxnLst/>
                <a:rect l="l" t="t" r="r" b="b"/>
                <a:pathLst>
                  <a:path w="7744" h="2560" extrusionOk="0">
                    <a:moveTo>
                      <a:pt x="901" y="1"/>
                    </a:moveTo>
                    <a:cubicBezTo>
                      <a:pt x="326" y="1"/>
                      <a:pt x="1" y="45"/>
                      <a:pt x="1" y="45"/>
                    </a:cubicBezTo>
                    <a:cubicBezTo>
                      <a:pt x="1" y="45"/>
                      <a:pt x="3177" y="1673"/>
                      <a:pt x="5308" y="2070"/>
                    </a:cubicBezTo>
                    <a:cubicBezTo>
                      <a:pt x="6314" y="2268"/>
                      <a:pt x="7148" y="2440"/>
                      <a:pt x="7744" y="2559"/>
                    </a:cubicBezTo>
                    <a:lnTo>
                      <a:pt x="7744" y="2003"/>
                    </a:lnTo>
                    <a:cubicBezTo>
                      <a:pt x="6870" y="1448"/>
                      <a:pt x="5560" y="706"/>
                      <a:pt x="4130" y="389"/>
                    </a:cubicBezTo>
                    <a:cubicBezTo>
                      <a:pt x="2756" y="71"/>
                      <a:pt x="1629" y="1"/>
                      <a:pt x="9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3363867" y="4420014"/>
                <a:ext cx="560538" cy="152181"/>
              </a:xfrm>
              <a:custGeom>
                <a:avLst/>
                <a:gdLst/>
                <a:ahLst/>
                <a:cxnLst/>
                <a:rect l="l" t="t" r="r" b="b"/>
                <a:pathLst>
                  <a:path w="9120" h="2476" extrusionOk="0">
                    <a:moveTo>
                      <a:pt x="2201" y="1"/>
                    </a:moveTo>
                    <a:cubicBezTo>
                      <a:pt x="920" y="1"/>
                      <a:pt x="0" y="172"/>
                      <a:pt x="0" y="172"/>
                    </a:cubicBezTo>
                    <a:cubicBezTo>
                      <a:pt x="0" y="172"/>
                      <a:pt x="2515" y="1231"/>
                      <a:pt x="4937" y="1562"/>
                    </a:cubicBezTo>
                    <a:cubicBezTo>
                      <a:pt x="7346" y="1919"/>
                      <a:pt x="9119" y="2475"/>
                      <a:pt x="9119" y="2475"/>
                    </a:cubicBezTo>
                    <a:cubicBezTo>
                      <a:pt x="9119" y="2475"/>
                      <a:pt x="7610" y="953"/>
                      <a:pt x="5082" y="331"/>
                    </a:cubicBezTo>
                    <a:cubicBezTo>
                      <a:pt x="4071" y="77"/>
                      <a:pt x="3056" y="1"/>
                      <a:pt x="22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3866569" y="3936796"/>
                <a:ext cx="72464" cy="553224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9001" extrusionOk="0">
                    <a:moveTo>
                      <a:pt x="1059" y="0"/>
                    </a:moveTo>
                    <a:lnTo>
                      <a:pt x="1059" y="0"/>
                    </a:lnTo>
                    <a:cubicBezTo>
                      <a:pt x="1059" y="1"/>
                      <a:pt x="120" y="2449"/>
                      <a:pt x="53" y="4620"/>
                    </a:cubicBezTo>
                    <a:cubicBezTo>
                      <a:pt x="1" y="6764"/>
                      <a:pt x="477" y="9000"/>
                      <a:pt x="477" y="9000"/>
                    </a:cubicBezTo>
                    <a:cubicBezTo>
                      <a:pt x="477" y="9000"/>
                      <a:pt x="914" y="6314"/>
                      <a:pt x="1046" y="3839"/>
                    </a:cubicBezTo>
                    <a:cubicBezTo>
                      <a:pt x="1178" y="1351"/>
                      <a:pt x="1059" y="1"/>
                      <a:pt x="10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3260548" y="4155725"/>
                <a:ext cx="537735" cy="180515"/>
              </a:xfrm>
              <a:custGeom>
                <a:avLst/>
                <a:gdLst/>
                <a:ahLst/>
                <a:cxnLst/>
                <a:rect l="l" t="t" r="r" b="b"/>
                <a:pathLst>
                  <a:path w="8749" h="2937" extrusionOk="0">
                    <a:moveTo>
                      <a:pt x="502" y="1"/>
                    </a:moveTo>
                    <a:cubicBezTo>
                      <a:pt x="186" y="1"/>
                      <a:pt x="0" y="12"/>
                      <a:pt x="0" y="12"/>
                    </a:cubicBezTo>
                    <a:cubicBezTo>
                      <a:pt x="0" y="12"/>
                      <a:pt x="993" y="819"/>
                      <a:pt x="3719" y="1587"/>
                    </a:cubicBezTo>
                    <a:cubicBezTo>
                      <a:pt x="6433" y="2328"/>
                      <a:pt x="8749" y="2937"/>
                      <a:pt x="8749" y="2937"/>
                    </a:cubicBezTo>
                    <a:cubicBezTo>
                      <a:pt x="8749" y="2937"/>
                      <a:pt x="6486" y="1163"/>
                      <a:pt x="4355" y="528"/>
                    </a:cubicBezTo>
                    <a:cubicBezTo>
                      <a:pt x="2832" y="68"/>
                      <a:pt x="1276" y="1"/>
                      <a:pt x="5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3696563" y="3757816"/>
                <a:ext cx="96865" cy="510139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8300" extrusionOk="0">
                    <a:moveTo>
                      <a:pt x="794" y="1"/>
                    </a:moveTo>
                    <a:cubicBezTo>
                      <a:pt x="794" y="1"/>
                      <a:pt x="0" y="2184"/>
                      <a:pt x="146" y="4117"/>
                    </a:cubicBezTo>
                    <a:cubicBezTo>
                      <a:pt x="318" y="6049"/>
                      <a:pt x="1192" y="8299"/>
                      <a:pt x="1192" y="8299"/>
                    </a:cubicBezTo>
                    <a:cubicBezTo>
                      <a:pt x="1192" y="8299"/>
                      <a:pt x="1575" y="7664"/>
                      <a:pt x="1377" y="5030"/>
                    </a:cubicBezTo>
                    <a:cubicBezTo>
                      <a:pt x="1192" y="2396"/>
                      <a:pt x="794" y="1"/>
                      <a:pt x="7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3224716" y="3669126"/>
                <a:ext cx="433679" cy="446709"/>
              </a:xfrm>
              <a:custGeom>
                <a:avLst/>
                <a:gdLst/>
                <a:ahLst/>
                <a:cxnLst/>
                <a:rect l="l" t="t" r="r" b="b"/>
                <a:pathLst>
                  <a:path w="7056" h="7268" extrusionOk="0">
                    <a:moveTo>
                      <a:pt x="1" y="1"/>
                    </a:moveTo>
                    <a:cubicBezTo>
                      <a:pt x="1" y="1"/>
                      <a:pt x="517" y="1523"/>
                      <a:pt x="2330" y="3614"/>
                    </a:cubicBezTo>
                    <a:cubicBezTo>
                      <a:pt x="4157" y="5692"/>
                      <a:pt x="7055" y="7267"/>
                      <a:pt x="7055" y="7267"/>
                    </a:cubicBezTo>
                    <a:cubicBezTo>
                      <a:pt x="7055" y="7267"/>
                      <a:pt x="6446" y="5242"/>
                      <a:pt x="4699" y="3482"/>
                    </a:cubicBezTo>
                    <a:cubicBezTo>
                      <a:pt x="2952" y="1708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3456860" y="3893280"/>
                <a:ext cx="503316" cy="783032"/>
              </a:xfrm>
              <a:custGeom>
                <a:avLst/>
                <a:gdLst/>
                <a:ahLst/>
                <a:cxnLst/>
                <a:rect l="l" t="t" r="r" b="b"/>
                <a:pathLst>
                  <a:path w="8189" h="12740" extrusionOk="0">
                    <a:moveTo>
                      <a:pt x="78" y="1"/>
                    </a:moveTo>
                    <a:cubicBezTo>
                      <a:pt x="34" y="1"/>
                      <a:pt x="0" y="57"/>
                      <a:pt x="22" y="113"/>
                    </a:cubicBezTo>
                    <a:cubicBezTo>
                      <a:pt x="155" y="272"/>
                      <a:pt x="287" y="444"/>
                      <a:pt x="446" y="589"/>
                    </a:cubicBezTo>
                    <a:cubicBezTo>
                      <a:pt x="1015" y="1225"/>
                      <a:pt x="1597" y="1847"/>
                      <a:pt x="2140" y="2495"/>
                    </a:cubicBezTo>
                    <a:cubicBezTo>
                      <a:pt x="2696" y="3144"/>
                      <a:pt x="3225" y="3805"/>
                      <a:pt x="3715" y="4494"/>
                    </a:cubicBezTo>
                    <a:cubicBezTo>
                      <a:pt x="4721" y="5870"/>
                      <a:pt x="5621" y="7313"/>
                      <a:pt x="6415" y="8808"/>
                    </a:cubicBezTo>
                    <a:cubicBezTo>
                      <a:pt x="7077" y="10092"/>
                      <a:pt x="7672" y="11389"/>
                      <a:pt x="8189" y="12739"/>
                    </a:cubicBezTo>
                    <a:lnTo>
                      <a:pt x="8189" y="11985"/>
                    </a:lnTo>
                    <a:cubicBezTo>
                      <a:pt x="7633" y="10661"/>
                      <a:pt x="7024" y="9364"/>
                      <a:pt x="6336" y="8107"/>
                    </a:cubicBezTo>
                    <a:cubicBezTo>
                      <a:pt x="5502" y="6598"/>
                      <a:pt x="4575" y="5155"/>
                      <a:pt x="3530" y="3805"/>
                    </a:cubicBezTo>
                    <a:cubicBezTo>
                      <a:pt x="3027" y="3104"/>
                      <a:pt x="2484" y="2442"/>
                      <a:pt x="1902" y="1794"/>
                    </a:cubicBezTo>
                    <a:cubicBezTo>
                      <a:pt x="1333" y="1172"/>
                      <a:pt x="764" y="536"/>
                      <a:pt x="102" y="7"/>
                    </a:cubicBezTo>
                    <a:cubicBezTo>
                      <a:pt x="94" y="3"/>
                      <a:pt x="85" y="1"/>
                      <a:pt x="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7" name="Google Shape;647;p23"/>
            <p:cNvGrpSpPr/>
            <p:nvPr/>
          </p:nvGrpSpPr>
          <p:grpSpPr>
            <a:xfrm rot="-1217813" flipH="1">
              <a:off x="-559843" y="177335"/>
              <a:ext cx="1432584" cy="2290958"/>
              <a:chOff x="869719" y="3820447"/>
              <a:chExt cx="836320" cy="1337425"/>
            </a:xfrm>
          </p:grpSpPr>
          <p:sp>
            <p:nvSpPr>
              <p:cNvPr id="648" name="Google Shape;648;p23"/>
              <p:cNvSpPr/>
              <p:nvPr/>
            </p:nvSpPr>
            <p:spPr>
              <a:xfrm>
                <a:off x="1360251" y="4688421"/>
                <a:ext cx="344190" cy="205100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3337" extrusionOk="0">
                    <a:moveTo>
                      <a:pt x="1" y="1"/>
                    </a:moveTo>
                    <a:cubicBezTo>
                      <a:pt x="1" y="1"/>
                      <a:pt x="2859" y="3124"/>
                      <a:pt x="5599" y="3336"/>
                    </a:cubicBezTo>
                    <a:lnTo>
                      <a:pt x="5599" y="636"/>
                    </a:lnTo>
                    <a:cubicBezTo>
                      <a:pt x="4537" y="666"/>
                      <a:pt x="3713" y="725"/>
                      <a:pt x="2988" y="725"/>
                    </a:cubicBezTo>
                    <a:cubicBezTo>
                      <a:pt x="2746" y="725"/>
                      <a:pt x="2515" y="719"/>
                      <a:pt x="2290" y="702"/>
                    </a:cubicBezTo>
                    <a:cubicBezTo>
                      <a:pt x="1126" y="636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23"/>
              <p:cNvSpPr/>
              <p:nvPr/>
            </p:nvSpPr>
            <p:spPr>
              <a:xfrm>
                <a:off x="1608006" y="5100897"/>
                <a:ext cx="96435" cy="56976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927" extrusionOk="0">
                    <a:moveTo>
                      <a:pt x="1568" y="0"/>
                    </a:moveTo>
                    <a:cubicBezTo>
                      <a:pt x="864" y="252"/>
                      <a:pt x="279" y="372"/>
                      <a:pt x="98" y="372"/>
                    </a:cubicBezTo>
                    <a:cubicBezTo>
                      <a:pt x="88" y="372"/>
                      <a:pt x="80" y="371"/>
                      <a:pt x="73" y="371"/>
                    </a:cubicBezTo>
                    <a:cubicBezTo>
                      <a:pt x="66" y="369"/>
                      <a:pt x="61" y="368"/>
                      <a:pt x="58" y="368"/>
                    </a:cubicBezTo>
                    <a:cubicBezTo>
                      <a:pt x="0" y="368"/>
                      <a:pt x="598" y="725"/>
                      <a:pt x="1568" y="927"/>
                    </a:cubicBezTo>
                    <a:lnTo>
                      <a:pt x="15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3"/>
              <p:cNvSpPr/>
              <p:nvPr/>
            </p:nvSpPr>
            <p:spPr>
              <a:xfrm>
                <a:off x="1377338" y="4467156"/>
                <a:ext cx="327103" cy="84941"/>
              </a:xfrm>
              <a:custGeom>
                <a:avLst/>
                <a:gdLst/>
                <a:ahLst/>
                <a:cxnLst/>
                <a:rect l="l" t="t" r="r" b="b"/>
                <a:pathLst>
                  <a:path w="5322" h="1382" extrusionOk="0">
                    <a:moveTo>
                      <a:pt x="1" y="1"/>
                    </a:moveTo>
                    <a:cubicBezTo>
                      <a:pt x="1023" y="1118"/>
                      <a:pt x="2251" y="1381"/>
                      <a:pt x="3394" y="1381"/>
                    </a:cubicBezTo>
                    <a:cubicBezTo>
                      <a:pt x="3834" y="1381"/>
                      <a:pt x="4262" y="1342"/>
                      <a:pt x="4659" y="1298"/>
                    </a:cubicBezTo>
                    <a:cubicBezTo>
                      <a:pt x="4911" y="1258"/>
                      <a:pt x="5123" y="1258"/>
                      <a:pt x="5321" y="1258"/>
                    </a:cubicBezTo>
                    <a:lnTo>
                      <a:pt x="5321" y="689"/>
                    </a:lnTo>
                    <a:cubicBezTo>
                      <a:pt x="4983" y="565"/>
                      <a:pt x="4589" y="483"/>
                      <a:pt x="4148" y="483"/>
                    </a:cubicBezTo>
                    <a:cubicBezTo>
                      <a:pt x="3880" y="483"/>
                      <a:pt x="3596" y="513"/>
                      <a:pt x="3296" y="583"/>
                    </a:cubicBezTo>
                    <a:cubicBezTo>
                      <a:pt x="3022" y="647"/>
                      <a:pt x="2748" y="673"/>
                      <a:pt x="2482" y="673"/>
                    </a:cubicBezTo>
                    <a:cubicBezTo>
                      <a:pt x="1143" y="67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39968" y="3918049"/>
                <a:ext cx="264473" cy="488197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794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795" y="1629"/>
                      <a:pt x="1973" y="3336"/>
                    </a:cubicBezTo>
                    <a:cubicBezTo>
                      <a:pt x="2886" y="4673"/>
                      <a:pt x="3945" y="6950"/>
                      <a:pt x="4302" y="7942"/>
                    </a:cubicBezTo>
                    <a:lnTo>
                      <a:pt x="4302" y="5652"/>
                    </a:lnTo>
                    <a:cubicBezTo>
                      <a:pt x="4223" y="5282"/>
                      <a:pt x="4104" y="4885"/>
                      <a:pt x="3958" y="4488"/>
                    </a:cubicBezTo>
                    <a:cubicBezTo>
                      <a:pt x="3151" y="2172"/>
                      <a:pt x="1721" y="716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23"/>
              <p:cNvSpPr/>
              <p:nvPr/>
            </p:nvSpPr>
            <p:spPr>
              <a:xfrm>
                <a:off x="1197560" y="4284551"/>
                <a:ext cx="440133" cy="93239"/>
              </a:xfrm>
              <a:custGeom>
                <a:avLst/>
                <a:gdLst/>
                <a:ahLst/>
                <a:cxnLst/>
                <a:rect l="l" t="t" r="r" b="b"/>
                <a:pathLst>
                  <a:path w="7161" h="1517" extrusionOk="0">
                    <a:moveTo>
                      <a:pt x="3716" y="1"/>
                    </a:moveTo>
                    <a:cubicBezTo>
                      <a:pt x="2197" y="1"/>
                      <a:pt x="1115" y="391"/>
                      <a:pt x="412" y="391"/>
                    </a:cubicBezTo>
                    <a:cubicBezTo>
                      <a:pt x="256" y="391"/>
                      <a:pt x="119" y="371"/>
                      <a:pt x="1" y="325"/>
                    </a:cubicBezTo>
                    <a:lnTo>
                      <a:pt x="1" y="325"/>
                    </a:lnTo>
                    <a:cubicBezTo>
                      <a:pt x="1" y="325"/>
                      <a:pt x="1795" y="1517"/>
                      <a:pt x="3807" y="1517"/>
                    </a:cubicBezTo>
                    <a:cubicBezTo>
                      <a:pt x="3840" y="1517"/>
                      <a:pt x="3872" y="1517"/>
                      <a:pt x="3905" y="1516"/>
                    </a:cubicBezTo>
                    <a:cubicBezTo>
                      <a:pt x="5930" y="1476"/>
                      <a:pt x="7161" y="1053"/>
                      <a:pt x="7161" y="1053"/>
                    </a:cubicBezTo>
                    <a:cubicBezTo>
                      <a:pt x="7161" y="1053"/>
                      <a:pt x="6777" y="245"/>
                      <a:pt x="4474" y="34"/>
                    </a:cubicBezTo>
                    <a:cubicBezTo>
                      <a:pt x="4210" y="11"/>
                      <a:pt x="3957" y="1"/>
                      <a:pt x="37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3"/>
              <p:cNvSpPr/>
              <p:nvPr/>
            </p:nvSpPr>
            <p:spPr>
              <a:xfrm>
                <a:off x="1142244" y="3820447"/>
                <a:ext cx="346587" cy="364534"/>
              </a:xfrm>
              <a:custGeom>
                <a:avLst/>
                <a:gdLst/>
                <a:ahLst/>
                <a:cxnLst/>
                <a:rect l="l" t="t" r="r" b="b"/>
                <a:pathLst>
                  <a:path w="5639" h="5931" extrusionOk="0">
                    <a:moveTo>
                      <a:pt x="1" y="1"/>
                    </a:moveTo>
                    <a:cubicBezTo>
                      <a:pt x="1" y="1"/>
                      <a:pt x="993" y="1046"/>
                      <a:pt x="2105" y="2780"/>
                    </a:cubicBezTo>
                    <a:cubicBezTo>
                      <a:pt x="3230" y="4540"/>
                      <a:pt x="5334" y="5930"/>
                      <a:pt x="5334" y="5930"/>
                    </a:cubicBezTo>
                    <a:cubicBezTo>
                      <a:pt x="5639" y="353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23"/>
              <p:cNvSpPr/>
              <p:nvPr/>
            </p:nvSpPr>
            <p:spPr>
              <a:xfrm>
                <a:off x="869719" y="3968510"/>
                <a:ext cx="494650" cy="208051"/>
              </a:xfrm>
              <a:custGeom>
                <a:avLst/>
                <a:gdLst/>
                <a:ahLst/>
                <a:cxnLst/>
                <a:rect l="l" t="t" r="r" b="b"/>
                <a:pathLst>
                  <a:path w="8048" h="3385" extrusionOk="0">
                    <a:moveTo>
                      <a:pt x="2332" y="0"/>
                    </a:moveTo>
                    <a:cubicBezTo>
                      <a:pt x="898" y="0"/>
                      <a:pt x="1" y="517"/>
                      <a:pt x="1" y="530"/>
                    </a:cubicBezTo>
                    <a:cubicBezTo>
                      <a:pt x="1735" y="543"/>
                      <a:pt x="2754" y="2012"/>
                      <a:pt x="4487" y="3005"/>
                    </a:cubicBezTo>
                    <a:cubicBezTo>
                      <a:pt x="4975" y="3284"/>
                      <a:pt x="5469" y="3384"/>
                      <a:pt x="5928" y="3384"/>
                    </a:cubicBezTo>
                    <a:cubicBezTo>
                      <a:pt x="7103" y="3384"/>
                      <a:pt x="8048" y="2727"/>
                      <a:pt x="8048" y="2727"/>
                    </a:cubicBezTo>
                    <a:cubicBezTo>
                      <a:pt x="5837" y="543"/>
                      <a:pt x="3803" y="0"/>
                      <a:pt x="23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3"/>
              <p:cNvSpPr/>
              <p:nvPr/>
            </p:nvSpPr>
            <p:spPr>
              <a:xfrm>
                <a:off x="1616980" y="4176254"/>
                <a:ext cx="89059" cy="224277"/>
              </a:xfrm>
              <a:custGeom>
                <a:avLst/>
                <a:gdLst/>
                <a:ahLst/>
                <a:cxnLst/>
                <a:rect l="l" t="t" r="r" b="b"/>
                <a:pathLst>
                  <a:path w="1449" h="3649" extrusionOk="0">
                    <a:moveTo>
                      <a:pt x="76" y="0"/>
                    </a:moveTo>
                    <a:cubicBezTo>
                      <a:pt x="35" y="0"/>
                      <a:pt x="0" y="41"/>
                      <a:pt x="19" y="88"/>
                    </a:cubicBezTo>
                    <a:cubicBezTo>
                      <a:pt x="165" y="406"/>
                      <a:pt x="337" y="724"/>
                      <a:pt x="496" y="1028"/>
                    </a:cubicBezTo>
                    <a:cubicBezTo>
                      <a:pt x="654" y="1346"/>
                      <a:pt x="774" y="1676"/>
                      <a:pt x="893" y="1994"/>
                    </a:cubicBezTo>
                    <a:cubicBezTo>
                      <a:pt x="1091" y="2537"/>
                      <a:pt x="1263" y="3106"/>
                      <a:pt x="1449" y="3649"/>
                    </a:cubicBezTo>
                    <a:lnTo>
                      <a:pt x="1449" y="3040"/>
                    </a:lnTo>
                    <a:cubicBezTo>
                      <a:pt x="1224" y="2351"/>
                      <a:pt x="1025" y="1690"/>
                      <a:pt x="734" y="1054"/>
                    </a:cubicBezTo>
                    <a:cubicBezTo>
                      <a:pt x="654" y="869"/>
                      <a:pt x="562" y="684"/>
                      <a:pt x="469" y="525"/>
                    </a:cubicBezTo>
                    <a:cubicBezTo>
                      <a:pt x="363" y="340"/>
                      <a:pt x="257" y="194"/>
                      <a:pt x="125" y="22"/>
                    </a:cubicBezTo>
                    <a:cubicBezTo>
                      <a:pt x="110" y="7"/>
                      <a:pt x="93" y="0"/>
                      <a:pt x="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23"/>
              <p:cNvSpPr/>
              <p:nvPr/>
            </p:nvSpPr>
            <p:spPr>
              <a:xfrm>
                <a:off x="1060068" y="4025425"/>
                <a:ext cx="644373" cy="419850"/>
              </a:xfrm>
              <a:custGeom>
                <a:avLst/>
                <a:gdLst/>
                <a:ahLst/>
                <a:cxnLst/>
                <a:rect l="l" t="t" r="r" b="b"/>
                <a:pathLst>
                  <a:path w="10484" h="6831" extrusionOk="0">
                    <a:moveTo>
                      <a:pt x="4264" y="1"/>
                    </a:moveTo>
                    <a:cubicBezTo>
                      <a:pt x="4223" y="1"/>
                      <a:pt x="4189" y="43"/>
                      <a:pt x="4210" y="94"/>
                    </a:cubicBezTo>
                    <a:cubicBezTo>
                      <a:pt x="4315" y="226"/>
                      <a:pt x="4408" y="345"/>
                      <a:pt x="4514" y="451"/>
                    </a:cubicBezTo>
                    <a:cubicBezTo>
                      <a:pt x="4620" y="570"/>
                      <a:pt x="4726" y="689"/>
                      <a:pt x="4832" y="808"/>
                    </a:cubicBezTo>
                    <a:cubicBezTo>
                      <a:pt x="5043" y="1033"/>
                      <a:pt x="5255" y="1245"/>
                      <a:pt x="5493" y="1483"/>
                    </a:cubicBezTo>
                    <a:cubicBezTo>
                      <a:pt x="5838" y="1828"/>
                      <a:pt x="6168" y="2172"/>
                      <a:pt x="6513" y="2529"/>
                    </a:cubicBezTo>
                    <a:cubicBezTo>
                      <a:pt x="6129" y="2278"/>
                      <a:pt x="5745" y="2066"/>
                      <a:pt x="5348" y="1841"/>
                    </a:cubicBezTo>
                    <a:cubicBezTo>
                      <a:pt x="3865" y="1086"/>
                      <a:pt x="2277" y="570"/>
                      <a:pt x="649" y="319"/>
                    </a:cubicBezTo>
                    <a:cubicBezTo>
                      <a:pt x="451" y="292"/>
                      <a:pt x="239" y="279"/>
                      <a:pt x="54" y="253"/>
                    </a:cubicBezTo>
                    <a:cubicBezTo>
                      <a:pt x="14" y="253"/>
                      <a:pt x="1" y="305"/>
                      <a:pt x="27" y="305"/>
                    </a:cubicBezTo>
                    <a:cubicBezTo>
                      <a:pt x="848" y="504"/>
                      <a:pt x="1642" y="689"/>
                      <a:pt x="2436" y="914"/>
                    </a:cubicBezTo>
                    <a:cubicBezTo>
                      <a:pt x="3230" y="1166"/>
                      <a:pt x="3998" y="1470"/>
                      <a:pt x="4752" y="1814"/>
                    </a:cubicBezTo>
                    <a:cubicBezTo>
                      <a:pt x="6235" y="2529"/>
                      <a:pt x="7611" y="3482"/>
                      <a:pt x="8736" y="4673"/>
                    </a:cubicBezTo>
                    <a:cubicBezTo>
                      <a:pt x="8868" y="4805"/>
                      <a:pt x="8988" y="4951"/>
                      <a:pt x="9120" y="5083"/>
                    </a:cubicBezTo>
                    <a:cubicBezTo>
                      <a:pt x="8988" y="5044"/>
                      <a:pt x="8855" y="5004"/>
                      <a:pt x="8723" y="4978"/>
                    </a:cubicBezTo>
                    <a:cubicBezTo>
                      <a:pt x="8260" y="4858"/>
                      <a:pt x="7770" y="4845"/>
                      <a:pt x="7293" y="4832"/>
                    </a:cubicBezTo>
                    <a:cubicBezTo>
                      <a:pt x="7173" y="4821"/>
                      <a:pt x="7048" y="4815"/>
                      <a:pt x="6921" y="4815"/>
                    </a:cubicBezTo>
                    <a:cubicBezTo>
                      <a:pt x="6741" y="4815"/>
                      <a:pt x="6558" y="4827"/>
                      <a:pt x="6380" y="4858"/>
                    </a:cubicBezTo>
                    <a:cubicBezTo>
                      <a:pt x="6314" y="4872"/>
                      <a:pt x="6301" y="4978"/>
                      <a:pt x="6380" y="4978"/>
                    </a:cubicBezTo>
                    <a:cubicBezTo>
                      <a:pt x="6632" y="5030"/>
                      <a:pt x="6896" y="5030"/>
                      <a:pt x="7161" y="5044"/>
                    </a:cubicBezTo>
                    <a:cubicBezTo>
                      <a:pt x="7413" y="5057"/>
                      <a:pt x="7677" y="5070"/>
                      <a:pt x="7929" y="5083"/>
                    </a:cubicBezTo>
                    <a:cubicBezTo>
                      <a:pt x="8339" y="5123"/>
                      <a:pt x="8749" y="5189"/>
                      <a:pt x="9146" y="5335"/>
                    </a:cubicBezTo>
                    <a:cubicBezTo>
                      <a:pt x="9265" y="5375"/>
                      <a:pt x="9358" y="5428"/>
                      <a:pt x="9464" y="5467"/>
                    </a:cubicBezTo>
                    <a:cubicBezTo>
                      <a:pt x="9464" y="5467"/>
                      <a:pt x="9464" y="5467"/>
                      <a:pt x="9464" y="5467"/>
                    </a:cubicBezTo>
                    <a:lnTo>
                      <a:pt x="9464" y="5467"/>
                    </a:lnTo>
                    <a:cubicBezTo>
                      <a:pt x="9464" y="5480"/>
                      <a:pt x="9467" y="5487"/>
                      <a:pt x="9469" y="5487"/>
                    </a:cubicBezTo>
                    <a:cubicBezTo>
                      <a:pt x="9471" y="5487"/>
                      <a:pt x="9471" y="5480"/>
                      <a:pt x="9464" y="5467"/>
                    </a:cubicBezTo>
                    <a:lnTo>
                      <a:pt x="9464" y="5467"/>
                    </a:lnTo>
                    <a:cubicBezTo>
                      <a:pt x="9821" y="5917"/>
                      <a:pt x="10152" y="6367"/>
                      <a:pt x="10483" y="6830"/>
                    </a:cubicBezTo>
                    <a:lnTo>
                      <a:pt x="10483" y="6367"/>
                    </a:lnTo>
                    <a:cubicBezTo>
                      <a:pt x="10099" y="5851"/>
                      <a:pt x="9729" y="5335"/>
                      <a:pt x="9292" y="4858"/>
                    </a:cubicBezTo>
                    <a:cubicBezTo>
                      <a:pt x="8723" y="4197"/>
                      <a:pt x="8061" y="3601"/>
                      <a:pt x="7346" y="3072"/>
                    </a:cubicBezTo>
                    <a:lnTo>
                      <a:pt x="7333" y="3058"/>
                    </a:lnTo>
                    <a:cubicBezTo>
                      <a:pt x="7227" y="2939"/>
                      <a:pt x="7108" y="2820"/>
                      <a:pt x="7015" y="2701"/>
                    </a:cubicBezTo>
                    <a:cubicBezTo>
                      <a:pt x="6790" y="2476"/>
                      <a:pt x="6579" y="2264"/>
                      <a:pt x="6367" y="2039"/>
                    </a:cubicBezTo>
                    <a:cubicBezTo>
                      <a:pt x="5943" y="1603"/>
                      <a:pt x="5493" y="1153"/>
                      <a:pt x="5057" y="716"/>
                    </a:cubicBezTo>
                    <a:cubicBezTo>
                      <a:pt x="4951" y="610"/>
                      <a:pt x="4832" y="478"/>
                      <a:pt x="4699" y="358"/>
                    </a:cubicBezTo>
                    <a:lnTo>
                      <a:pt x="4302" y="14"/>
                    </a:lnTo>
                    <a:cubicBezTo>
                      <a:pt x="4290" y="5"/>
                      <a:pt x="4276" y="1"/>
                      <a:pt x="42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23"/>
              <p:cNvSpPr/>
              <p:nvPr/>
            </p:nvSpPr>
            <p:spPr>
              <a:xfrm>
                <a:off x="1592887" y="4517617"/>
                <a:ext cx="111554" cy="18746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305" extrusionOk="0">
                    <a:moveTo>
                      <a:pt x="477" y="0"/>
                    </a:moveTo>
                    <a:cubicBezTo>
                      <a:pt x="411" y="0"/>
                      <a:pt x="332" y="14"/>
                      <a:pt x="266" y="14"/>
                    </a:cubicBezTo>
                    <a:cubicBezTo>
                      <a:pt x="199" y="14"/>
                      <a:pt x="120" y="27"/>
                      <a:pt x="54" y="40"/>
                    </a:cubicBezTo>
                    <a:cubicBezTo>
                      <a:pt x="1" y="67"/>
                      <a:pt x="1" y="146"/>
                      <a:pt x="54" y="146"/>
                    </a:cubicBezTo>
                    <a:cubicBezTo>
                      <a:pt x="160" y="172"/>
                      <a:pt x="292" y="159"/>
                      <a:pt x="411" y="172"/>
                    </a:cubicBezTo>
                    <a:cubicBezTo>
                      <a:pt x="530" y="199"/>
                      <a:pt x="663" y="199"/>
                      <a:pt x="769" y="199"/>
                    </a:cubicBezTo>
                    <a:cubicBezTo>
                      <a:pt x="1020" y="212"/>
                      <a:pt x="1258" y="225"/>
                      <a:pt x="1496" y="265"/>
                    </a:cubicBezTo>
                    <a:cubicBezTo>
                      <a:pt x="1602" y="278"/>
                      <a:pt x="1721" y="292"/>
                      <a:pt x="1814" y="305"/>
                    </a:cubicBezTo>
                    <a:lnTo>
                      <a:pt x="1814" y="93"/>
                    </a:lnTo>
                    <a:cubicBezTo>
                      <a:pt x="1523" y="40"/>
                      <a:pt x="1205" y="14"/>
                      <a:pt x="8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8" name="Google Shape;658;p23"/>
            <p:cNvSpPr/>
            <p:nvPr/>
          </p:nvSpPr>
          <p:spPr>
            <a:xfrm>
              <a:off x="2952694" y="4385506"/>
              <a:ext cx="1822701" cy="307804"/>
            </a:xfrm>
            <a:custGeom>
              <a:avLst/>
              <a:gdLst/>
              <a:ahLst/>
              <a:cxnLst/>
              <a:rect l="l" t="t" r="r" b="b"/>
              <a:pathLst>
                <a:path w="21637" h="3654" extrusionOk="0">
                  <a:moveTo>
                    <a:pt x="10155" y="1"/>
                  </a:moveTo>
                  <a:cubicBezTo>
                    <a:pt x="10110" y="1"/>
                    <a:pt x="10065" y="2"/>
                    <a:pt x="10020" y="3"/>
                  </a:cubicBezTo>
                  <a:cubicBezTo>
                    <a:pt x="8233" y="69"/>
                    <a:pt x="6499" y="1062"/>
                    <a:pt x="5573" y="1697"/>
                  </a:cubicBezTo>
                  <a:cubicBezTo>
                    <a:pt x="5123" y="2015"/>
                    <a:pt x="4580" y="2174"/>
                    <a:pt x="4024" y="2187"/>
                  </a:cubicBezTo>
                  <a:cubicBezTo>
                    <a:pt x="3667" y="2187"/>
                    <a:pt x="3230" y="2213"/>
                    <a:pt x="2648" y="2240"/>
                  </a:cubicBezTo>
                  <a:cubicBezTo>
                    <a:pt x="1086" y="2346"/>
                    <a:pt x="1" y="3577"/>
                    <a:pt x="1" y="3577"/>
                  </a:cubicBezTo>
                  <a:cubicBezTo>
                    <a:pt x="1" y="3577"/>
                    <a:pt x="9648" y="3653"/>
                    <a:pt x="16048" y="3653"/>
                  </a:cubicBezTo>
                  <a:cubicBezTo>
                    <a:pt x="19248" y="3653"/>
                    <a:pt x="21636" y="3634"/>
                    <a:pt x="21601" y="3577"/>
                  </a:cubicBezTo>
                  <a:cubicBezTo>
                    <a:pt x="21045" y="2716"/>
                    <a:pt x="20145" y="2041"/>
                    <a:pt x="18808" y="2041"/>
                  </a:cubicBezTo>
                  <a:cubicBezTo>
                    <a:pt x="17557" y="2041"/>
                    <a:pt x="17315" y="2633"/>
                    <a:pt x="16258" y="2633"/>
                  </a:cubicBezTo>
                  <a:cubicBezTo>
                    <a:pt x="16186" y="2633"/>
                    <a:pt x="16110" y="2630"/>
                    <a:pt x="16029" y="2624"/>
                  </a:cubicBezTo>
                  <a:cubicBezTo>
                    <a:pt x="14780" y="2546"/>
                    <a:pt x="12714" y="1"/>
                    <a:pt x="101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3"/>
            <p:cNvSpPr/>
            <p:nvPr/>
          </p:nvSpPr>
          <p:spPr>
            <a:xfrm>
              <a:off x="61500" y="4505540"/>
              <a:ext cx="1303446" cy="187765"/>
            </a:xfrm>
            <a:custGeom>
              <a:avLst/>
              <a:gdLst/>
              <a:ahLst/>
              <a:cxnLst/>
              <a:rect l="l" t="t" r="r" b="b"/>
              <a:pathLst>
                <a:path w="15473" h="2229" extrusionOk="0">
                  <a:moveTo>
                    <a:pt x="6864" y="1"/>
                  </a:moveTo>
                  <a:cubicBezTo>
                    <a:pt x="6793" y="1"/>
                    <a:pt x="6720" y="2"/>
                    <a:pt x="6644" y="5"/>
                  </a:cubicBezTo>
                  <a:cubicBezTo>
                    <a:pt x="4196" y="84"/>
                    <a:pt x="3389" y="1553"/>
                    <a:pt x="2899" y="1699"/>
                  </a:cubicBezTo>
                  <a:cubicBezTo>
                    <a:pt x="2692" y="1762"/>
                    <a:pt x="2511" y="1782"/>
                    <a:pt x="2323" y="1782"/>
                  </a:cubicBezTo>
                  <a:cubicBezTo>
                    <a:pt x="2040" y="1782"/>
                    <a:pt x="1739" y="1739"/>
                    <a:pt x="1311" y="1739"/>
                  </a:cubicBezTo>
                  <a:cubicBezTo>
                    <a:pt x="583" y="1739"/>
                    <a:pt x="0" y="2228"/>
                    <a:pt x="0" y="2228"/>
                  </a:cubicBezTo>
                  <a:lnTo>
                    <a:pt x="15472" y="2228"/>
                  </a:lnTo>
                  <a:cubicBezTo>
                    <a:pt x="15472" y="2228"/>
                    <a:pt x="14652" y="1130"/>
                    <a:pt x="13130" y="1037"/>
                  </a:cubicBezTo>
                  <a:cubicBezTo>
                    <a:pt x="13053" y="1034"/>
                    <a:pt x="12980" y="1032"/>
                    <a:pt x="12910" y="1032"/>
                  </a:cubicBezTo>
                  <a:cubicBezTo>
                    <a:pt x="11724" y="1032"/>
                    <a:pt x="11458" y="1489"/>
                    <a:pt x="10545" y="1489"/>
                  </a:cubicBezTo>
                  <a:cubicBezTo>
                    <a:pt x="10452" y="1489"/>
                    <a:pt x="10352" y="1484"/>
                    <a:pt x="10244" y="1474"/>
                  </a:cubicBezTo>
                  <a:cubicBezTo>
                    <a:pt x="9052" y="1359"/>
                    <a:pt x="9077" y="1"/>
                    <a:pt x="686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3"/>
            <p:cNvSpPr/>
            <p:nvPr/>
          </p:nvSpPr>
          <p:spPr>
            <a:xfrm>
              <a:off x="6160211" y="4521141"/>
              <a:ext cx="1443958" cy="343942"/>
            </a:xfrm>
            <a:custGeom>
              <a:avLst/>
              <a:gdLst/>
              <a:ahLst/>
              <a:cxnLst/>
              <a:rect l="l" t="t" r="r" b="b"/>
              <a:pathLst>
                <a:path w="17141" h="4083" extrusionOk="0">
                  <a:moveTo>
                    <a:pt x="7584" y="1"/>
                  </a:moveTo>
                  <a:cubicBezTo>
                    <a:pt x="7516" y="1"/>
                    <a:pt x="7445" y="3"/>
                    <a:pt x="7373" y="6"/>
                  </a:cubicBezTo>
                  <a:cubicBezTo>
                    <a:pt x="4673" y="139"/>
                    <a:pt x="3773" y="2826"/>
                    <a:pt x="3217" y="3104"/>
                  </a:cubicBezTo>
                  <a:cubicBezTo>
                    <a:pt x="2991" y="3214"/>
                    <a:pt x="2797" y="3247"/>
                    <a:pt x="2593" y="3247"/>
                  </a:cubicBezTo>
                  <a:cubicBezTo>
                    <a:pt x="2283" y="3247"/>
                    <a:pt x="1952" y="3170"/>
                    <a:pt x="1456" y="3170"/>
                  </a:cubicBezTo>
                  <a:cubicBezTo>
                    <a:pt x="649" y="3170"/>
                    <a:pt x="0" y="4083"/>
                    <a:pt x="0" y="4083"/>
                  </a:cubicBezTo>
                  <a:lnTo>
                    <a:pt x="17140" y="4083"/>
                  </a:lnTo>
                  <a:cubicBezTo>
                    <a:pt x="17140" y="4083"/>
                    <a:pt x="16227" y="2045"/>
                    <a:pt x="14559" y="1912"/>
                  </a:cubicBezTo>
                  <a:cubicBezTo>
                    <a:pt x="14466" y="1905"/>
                    <a:pt x="14378" y="1901"/>
                    <a:pt x="14294" y="1901"/>
                  </a:cubicBezTo>
                  <a:cubicBezTo>
                    <a:pt x="13000" y="1901"/>
                    <a:pt x="12705" y="2720"/>
                    <a:pt x="11688" y="2720"/>
                  </a:cubicBezTo>
                  <a:cubicBezTo>
                    <a:pt x="11585" y="2720"/>
                    <a:pt x="11475" y="2712"/>
                    <a:pt x="11356" y="2693"/>
                  </a:cubicBezTo>
                  <a:cubicBezTo>
                    <a:pt x="10017" y="2487"/>
                    <a:pt x="10056" y="1"/>
                    <a:pt x="75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3"/>
            <p:cNvSpPr/>
            <p:nvPr/>
          </p:nvSpPr>
          <p:spPr>
            <a:xfrm>
              <a:off x="1521843" y="4693292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3"/>
            <p:cNvSpPr/>
            <p:nvPr/>
          </p:nvSpPr>
          <p:spPr>
            <a:xfrm>
              <a:off x="61500" y="3686250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3"/>
            <p:cNvSpPr/>
            <p:nvPr/>
          </p:nvSpPr>
          <p:spPr>
            <a:xfrm>
              <a:off x="8542631" y="2571742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3"/>
            <p:cNvSpPr/>
            <p:nvPr/>
          </p:nvSpPr>
          <p:spPr>
            <a:xfrm>
              <a:off x="8829575" y="1407325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3"/>
            <p:cNvSpPr/>
            <p:nvPr/>
          </p:nvSpPr>
          <p:spPr>
            <a:xfrm>
              <a:off x="8622625" y="242925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8" r:id="rId5"/>
    <p:sldLayoutId id="2147483660" r:id="rId6"/>
    <p:sldLayoutId id="2147483664" r:id="rId7"/>
    <p:sldLayoutId id="2147483667" r:id="rId8"/>
    <p:sldLayoutId id="2147483668" r:id="rId9"/>
    <p:sldLayoutId id="214748366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7"/>
          <p:cNvSpPr txBox="1">
            <a:spLocks noGrp="1"/>
          </p:cNvSpPr>
          <p:nvPr>
            <p:ph type="subTitle" idx="1"/>
          </p:nvPr>
        </p:nvSpPr>
        <p:spPr>
          <a:xfrm>
            <a:off x="713225" y="2241188"/>
            <a:ext cx="4313700" cy="35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sz="1800" b="1" err="1">
                <a:solidFill>
                  <a:schemeClr val="accent1"/>
                </a:solidFill>
              </a:rPr>
              <a:t>Aluguer</a:t>
            </a:r>
            <a:r>
              <a:rPr lang="en" sz="1800" b="1">
                <a:solidFill>
                  <a:schemeClr val="accent1"/>
                </a:solidFill>
              </a:rPr>
              <a:t> de </a:t>
            </a:r>
            <a:r>
              <a:rPr lang="en" sz="1800" b="1" err="1">
                <a:solidFill>
                  <a:schemeClr val="accent1"/>
                </a:solidFill>
              </a:rPr>
              <a:t>automóveis</a:t>
            </a:r>
            <a:endParaRPr lang="en-US" sz="1800" b="1">
              <a:solidFill>
                <a:schemeClr val="accent1"/>
              </a:solidFill>
            </a:endParaRPr>
          </a:p>
        </p:txBody>
      </p:sp>
      <p:sp>
        <p:nvSpPr>
          <p:cNvPr id="677" name="Google Shape;677;p27"/>
          <p:cNvSpPr txBox="1">
            <a:spLocks noGrp="1"/>
          </p:cNvSpPr>
          <p:nvPr>
            <p:ph type="ctrTitle"/>
          </p:nvPr>
        </p:nvSpPr>
        <p:spPr>
          <a:xfrm>
            <a:off x="713225" y="1216938"/>
            <a:ext cx="4313700" cy="10239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b="0" err="1">
                <a:latin typeface="Bookman Old Style"/>
              </a:rPr>
              <a:t>MineForNow</a:t>
            </a:r>
            <a:endParaRPr lang="en" b="0">
              <a:latin typeface="Bookman Old Style"/>
            </a:endParaRPr>
          </a:p>
        </p:txBody>
      </p:sp>
      <p:grpSp>
        <p:nvGrpSpPr>
          <p:cNvPr id="678" name="Google Shape;678;p27"/>
          <p:cNvGrpSpPr/>
          <p:nvPr/>
        </p:nvGrpSpPr>
        <p:grpSpPr>
          <a:xfrm>
            <a:off x="5387393" y="2242014"/>
            <a:ext cx="3837778" cy="2357409"/>
            <a:chOff x="3723378" y="2856971"/>
            <a:chExt cx="1586384" cy="974457"/>
          </a:xfrm>
        </p:grpSpPr>
        <p:sp>
          <p:nvSpPr>
            <p:cNvPr id="679" name="Google Shape;679;p27"/>
            <p:cNvSpPr/>
            <p:nvPr/>
          </p:nvSpPr>
          <p:spPr>
            <a:xfrm>
              <a:off x="3881173" y="3682708"/>
              <a:ext cx="1428589" cy="143346"/>
            </a:xfrm>
            <a:custGeom>
              <a:avLst/>
              <a:gdLst/>
              <a:ahLst/>
              <a:cxnLst/>
              <a:rect l="l" t="t" r="r" b="b"/>
              <a:pathLst>
                <a:path w="40143" h="4028" extrusionOk="0">
                  <a:moveTo>
                    <a:pt x="40130" y="0"/>
                  </a:moveTo>
                  <a:cubicBezTo>
                    <a:pt x="32255" y="80"/>
                    <a:pt x="24300" y="265"/>
                    <a:pt x="24300" y="265"/>
                  </a:cubicBezTo>
                  <a:lnTo>
                    <a:pt x="0" y="2515"/>
                  </a:lnTo>
                  <a:cubicBezTo>
                    <a:pt x="0" y="2515"/>
                    <a:pt x="20205" y="4028"/>
                    <a:pt x="26480" y="4028"/>
                  </a:cubicBezTo>
                  <a:cubicBezTo>
                    <a:pt x="27075" y="4028"/>
                    <a:pt x="27545" y="4014"/>
                    <a:pt x="27861" y="3984"/>
                  </a:cubicBezTo>
                  <a:cubicBezTo>
                    <a:pt x="29409" y="3839"/>
                    <a:pt x="34637" y="3269"/>
                    <a:pt x="40143" y="2594"/>
                  </a:cubicBezTo>
                  <a:lnTo>
                    <a:pt x="401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4654561" y="3327829"/>
              <a:ext cx="315626" cy="503599"/>
            </a:xfrm>
            <a:custGeom>
              <a:avLst/>
              <a:gdLst/>
              <a:ahLst/>
              <a:cxnLst/>
              <a:rect l="l" t="t" r="r" b="b"/>
              <a:pathLst>
                <a:path w="8869" h="14151" extrusionOk="0">
                  <a:moveTo>
                    <a:pt x="5814" y="1"/>
                  </a:moveTo>
                  <a:cubicBezTo>
                    <a:pt x="5121" y="1"/>
                    <a:pt x="4267" y="110"/>
                    <a:pt x="3984" y="152"/>
                  </a:cubicBezTo>
                  <a:cubicBezTo>
                    <a:pt x="1536" y="509"/>
                    <a:pt x="107" y="3368"/>
                    <a:pt x="54" y="7206"/>
                  </a:cubicBezTo>
                  <a:cubicBezTo>
                    <a:pt x="1" y="11031"/>
                    <a:pt x="1840" y="14009"/>
                    <a:pt x="3812" y="14036"/>
                  </a:cubicBezTo>
                  <a:cubicBezTo>
                    <a:pt x="4157" y="14036"/>
                    <a:pt x="4820" y="14150"/>
                    <a:pt x="5539" y="14150"/>
                  </a:cubicBezTo>
                  <a:cubicBezTo>
                    <a:pt x="6366" y="14150"/>
                    <a:pt x="7269" y="13999"/>
                    <a:pt x="7849" y="13347"/>
                  </a:cubicBezTo>
                  <a:cubicBezTo>
                    <a:pt x="8868" y="12169"/>
                    <a:pt x="7452" y="9536"/>
                    <a:pt x="7479" y="7140"/>
                  </a:cubicBezTo>
                  <a:cubicBezTo>
                    <a:pt x="7518" y="4202"/>
                    <a:pt x="8061" y="1171"/>
                    <a:pt x="6724" y="152"/>
                  </a:cubicBezTo>
                  <a:cubicBezTo>
                    <a:pt x="6577" y="39"/>
                    <a:pt x="6223" y="1"/>
                    <a:pt x="58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7"/>
            <p:cNvSpPr/>
            <p:nvPr/>
          </p:nvSpPr>
          <p:spPr>
            <a:xfrm>
              <a:off x="4727586" y="3329431"/>
              <a:ext cx="301462" cy="494631"/>
            </a:xfrm>
            <a:custGeom>
              <a:avLst/>
              <a:gdLst/>
              <a:ahLst/>
              <a:cxnLst/>
              <a:rect l="l" t="t" r="r" b="b"/>
              <a:pathLst>
                <a:path w="8471" h="13899" extrusionOk="0">
                  <a:moveTo>
                    <a:pt x="4337" y="0"/>
                  </a:moveTo>
                  <a:cubicBezTo>
                    <a:pt x="2067" y="0"/>
                    <a:pt x="158" y="3056"/>
                    <a:pt x="80" y="6870"/>
                  </a:cubicBezTo>
                  <a:cubicBezTo>
                    <a:pt x="0" y="10695"/>
                    <a:pt x="1787" y="13845"/>
                    <a:pt x="4090" y="13898"/>
                  </a:cubicBezTo>
                  <a:cubicBezTo>
                    <a:pt x="4109" y="13898"/>
                    <a:pt x="4129" y="13899"/>
                    <a:pt x="4148" y="13899"/>
                  </a:cubicBezTo>
                  <a:cubicBezTo>
                    <a:pt x="6412" y="13899"/>
                    <a:pt x="8299" y="10848"/>
                    <a:pt x="8378" y="7042"/>
                  </a:cubicBezTo>
                  <a:cubicBezTo>
                    <a:pt x="8471" y="3204"/>
                    <a:pt x="6671" y="54"/>
                    <a:pt x="4381" y="1"/>
                  </a:cubicBezTo>
                  <a:cubicBezTo>
                    <a:pt x="4366" y="1"/>
                    <a:pt x="4352" y="0"/>
                    <a:pt x="4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7"/>
            <p:cNvSpPr/>
            <p:nvPr/>
          </p:nvSpPr>
          <p:spPr>
            <a:xfrm>
              <a:off x="4741714" y="3359573"/>
              <a:ext cx="262849" cy="433847"/>
            </a:xfrm>
            <a:custGeom>
              <a:avLst/>
              <a:gdLst/>
              <a:ahLst/>
              <a:cxnLst/>
              <a:rect l="l" t="t" r="r" b="b"/>
              <a:pathLst>
                <a:path w="7386" h="12191" extrusionOk="0">
                  <a:moveTo>
                    <a:pt x="3742" y="212"/>
                  </a:moveTo>
                  <a:cubicBezTo>
                    <a:pt x="3757" y="212"/>
                    <a:pt x="3771" y="212"/>
                    <a:pt x="3785" y="213"/>
                  </a:cubicBezTo>
                  <a:cubicBezTo>
                    <a:pt x="5731" y="239"/>
                    <a:pt x="7266" y="2913"/>
                    <a:pt x="7213" y="6142"/>
                  </a:cubicBezTo>
                  <a:cubicBezTo>
                    <a:pt x="7187" y="9360"/>
                    <a:pt x="5583" y="11966"/>
                    <a:pt x="3670" y="11966"/>
                  </a:cubicBezTo>
                  <a:cubicBezTo>
                    <a:pt x="3656" y="11966"/>
                    <a:pt x="3641" y="11966"/>
                    <a:pt x="3627" y="11966"/>
                  </a:cubicBezTo>
                  <a:cubicBezTo>
                    <a:pt x="1694" y="11939"/>
                    <a:pt x="146" y="9279"/>
                    <a:pt x="199" y="6036"/>
                  </a:cubicBezTo>
                  <a:cubicBezTo>
                    <a:pt x="238" y="2818"/>
                    <a:pt x="1829" y="212"/>
                    <a:pt x="3742" y="212"/>
                  </a:cubicBezTo>
                  <a:close/>
                  <a:moveTo>
                    <a:pt x="3729" y="0"/>
                  </a:moveTo>
                  <a:cubicBezTo>
                    <a:pt x="1750" y="0"/>
                    <a:pt x="106" y="2699"/>
                    <a:pt x="53" y="6036"/>
                  </a:cubicBezTo>
                  <a:cubicBezTo>
                    <a:pt x="0" y="9398"/>
                    <a:pt x="1602" y="12151"/>
                    <a:pt x="3613" y="12191"/>
                  </a:cubicBezTo>
                  <a:cubicBezTo>
                    <a:pt x="3623" y="12191"/>
                    <a:pt x="3633" y="12191"/>
                    <a:pt x="3643" y="12191"/>
                  </a:cubicBezTo>
                  <a:cubicBezTo>
                    <a:pt x="5641" y="12191"/>
                    <a:pt x="7293" y="9488"/>
                    <a:pt x="7333" y="6155"/>
                  </a:cubicBezTo>
                  <a:cubicBezTo>
                    <a:pt x="7385" y="2794"/>
                    <a:pt x="5771" y="27"/>
                    <a:pt x="3772" y="1"/>
                  </a:cubicBezTo>
                  <a:cubicBezTo>
                    <a:pt x="3758" y="1"/>
                    <a:pt x="3743" y="0"/>
                    <a:pt x="37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7"/>
            <p:cNvSpPr/>
            <p:nvPr/>
          </p:nvSpPr>
          <p:spPr>
            <a:xfrm>
              <a:off x="4780327" y="3415624"/>
              <a:ext cx="195518" cy="322707"/>
            </a:xfrm>
            <a:custGeom>
              <a:avLst/>
              <a:gdLst/>
              <a:ahLst/>
              <a:cxnLst/>
              <a:rect l="l" t="t" r="r" b="b"/>
              <a:pathLst>
                <a:path w="5494" h="9068" extrusionOk="0">
                  <a:moveTo>
                    <a:pt x="2792" y="1"/>
                  </a:moveTo>
                  <a:cubicBezTo>
                    <a:pt x="1303" y="1"/>
                    <a:pt x="67" y="2008"/>
                    <a:pt x="40" y="4501"/>
                  </a:cubicBezTo>
                  <a:cubicBezTo>
                    <a:pt x="0" y="7002"/>
                    <a:pt x="1192" y="9054"/>
                    <a:pt x="2687" y="9067"/>
                  </a:cubicBezTo>
                  <a:cubicBezTo>
                    <a:pt x="2697" y="9067"/>
                    <a:pt x="2707" y="9067"/>
                    <a:pt x="2716" y="9067"/>
                  </a:cubicBezTo>
                  <a:cubicBezTo>
                    <a:pt x="4199" y="9067"/>
                    <a:pt x="5427" y="7065"/>
                    <a:pt x="5453" y="4567"/>
                  </a:cubicBezTo>
                  <a:cubicBezTo>
                    <a:pt x="5493" y="2066"/>
                    <a:pt x="4302" y="27"/>
                    <a:pt x="2806" y="1"/>
                  </a:cubicBezTo>
                  <a:cubicBezTo>
                    <a:pt x="2801" y="1"/>
                    <a:pt x="2797" y="1"/>
                    <a:pt x="2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7"/>
            <p:cNvSpPr/>
            <p:nvPr/>
          </p:nvSpPr>
          <p:spPr>
            <a:xfrm>
              <a:off x="4844847" y="3432635"/>
              <a:ext cx="55161" cy="121033"/>
            </a:xfrm>
            <a:custGeom>
              <a:avLst/>
              <a:gdLst/>
              <a:ahLst/>
              <a:cxnLst/>
              <a:rect l="l" t="t" r="r" b="b"/>
              <a:pathLst>
                <a:path w="1550" h="3401" extrusionOk="0">
                  <a:moveTo>
                    <a:pt x="1081" y="1"/>
                  </a:moveTo>
                  <a:cubicBezTo>
                    <a:pt x="763" y="1"/>
                    <a:pt x="557" y="291"/>
                    <a:pt x="557" y="291"/>
                  </a:cubicBezTo>
                  <a:cubicBezTo>
                    <a:pt x="1" y="1654"/>
                    <a:pt x="1007" y="3401"/>
                    <a:pt x="1007" y="3401"/>
                  </a:cubicBezTo>
                  <a:cubicBezTo>
                    <a:pt x="808" y="1283"/>
                    <a:pt x="1549" y="211"/>
                    <a:pt x="1549" y="211"/>
                  </a:cubicBezTo>
                  <a:cubicBezTo>
                    <a:pt x="1377" y="55"/>
                    <a:pt x="1218" y="1"/>
                    <a:pt x="10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7"/>
            <p:cNvSpPr/>
            <p:nvPr/>
          </p:nvSpPr>
          <p:spPr>
            <a:xfrm>
              <a:off x="4855096" y="3595554"/>
              <a:ext cx="55730" cy="120677"/>
            </a:xfrm>
            <a:custGeom>
              <a:avLst/>
              <a:gdLst/>
              <a:ahLst/>
              <a:cxnLst/>
              <a:rect l="l" t="t" r="r" b="b"/>
              <a:pathLst>
                <a:path w="1566" h="3391" extrusionOk="0">
                  <a:moveTo>
                    <a:pt x="573" y="1"/>
                  </a:moveTo>
                  <a:lnTo>
                    <a:pt x="573" y="1"/>
                  </a:lnTo>
                  <a:cubicBezTo>
                    <a:pt x="757" y="2119"/>
                    <a:pt x="0" y="3177"/>
                    <a:pt x="4" y="3177"/>
                  </a:cubicBezTo>
                  <a:cubicBezTo>
                    <a:pt x="4" y="3177"/>
                    <a:pt x="4" y="3177"/>
                    <a:pt x="4" y="3177"/>
                  </a:cubicBezTo>
                  <a:cubicBezTo>
                    <a:pt x="183" y="3336"/>
                    <a:pt x="345" y="3391"/>
                    <a:pt x="485" y="3391"/>
                  </a:cubicBezTo>
                  <a:cubicBezTo>
                    <a:pt x="800" y="3391"/>
                    <a:pt x="997" y="3111"/>
                    <a:pt x="997" y="3111"/>
                  </a:cubicBezTo>
                  <a:cubicBezTo>
                    <a:pt x="1566" y="1774"/>
                    <a:pt x="573" y="1"/>
                    <a:pt x="5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7"/>
            <p:cNvSpPr/>
            <p:nvPr/>
          </p:nvSpPr>
          <p:spPr>
            <a:xfrm>
              <a:off x="4808583" y="3588045"/>
              <a:ext cx="61744" cy="102243"/>
            </a:xfrm>
            <a:custGeom>
              <a:avLst/>
              <a:gdLst/>
              <a:ahLst/>
              <a:cxnLst/>
              <a:rect l="l" t="t" r="r" b="b"/>
              <a:pathLst>
                <a:path w="1735" h="2873" extrusionOk="0">
                  <a:moveTo>
                    <a:pt x="1642" y="0"/>
                  </a:moveTo>
                  <a:lnTo>
                    <a:pt x="1642" y="0"/>
                  </a:lnTo>
                  <a:cubicBezTo>
                    <a:pt x="980" y="1853"/>
                    <a:pt x="14" y="1879"/>
                    <a:pt x="1" y="1879"/>
                  </a:cubicBezTo>
                  <a:cubicBezTo>
                    <a:pt x="246" y="2860"/>
                    <a:pt x="755" y="2872"/>
                    <a:pt x="780" y="2872"/>
                  </a:cubicBezTo>
                  <a:cubicBezTo>
                    <a:pt x="781" y="2872"/>
                    <a:pt x="781" y="2872"/>
                    <a:pt x="781" y="2872"/>
                  </a:cubicBezTo>
                  <a:cubicBezTo>
                    <a:pt x="1734" y="2449"/>
                    <a:pt x="1642" y="0"/>
                    <a:pt x="16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7"/>
            <p:cNvSpPr/>
            <p:nvPr/>
          </p:nvSpPr>
          <p:spPr>
            <a:xfrm>
              <a:off x="4884883" y="3458969"/>
              <a:ext cx="61282" cy="101780"/>
            </a:xfrm>
            <a:custGeom>
              <a:avLst/>
              <a:gdLst/>
              <a:ahLst/>
              <a:cxnLst/>
              <a:rect l="l" t="t" r="r" b="b"/>
              <a:pathLst>
                <a:path w="1722" h="2860" extrusionOk="0">
                  <a:moveTo>
                    <a:pt x="941" y="1"/>
                  </a:moveTo>
                  <a:cubicBezTo>
                    <a:pt x="941" y="1"/>
                    <a:pt x="940" y="1"/>
                    <a:pt x="940" y="1"/>
                  </a:cubicBezTo>
                  <a:cubicBezTo>
                    <a:pt x="1" y="411"/>
                    <a:pt x="67" y="2859"/>
                    <a:pt x="67" y="2859"/>
                  </a:cubicBezTo>
                  <a:cubicBezTo>
                    <a:pt x="742" y="1020"/>
                    <a:pt x="1721" y="1006"/>
                    <a:pt x="1721" y="1006"/>
                  </a:cubicBezTo>
                  <a:cubicBezTo>
                    <a:pt x="1476" y="13"/>
                    <a:pt x="967" y="1"/>
                    <a:pt x="9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7"/>
            <p:cNvSpPr/>
            <p:nvPr/>
          </p:nvSpPr>
          <p:spPr>
            <a:xfrm>
              <a:off x="4788797" y="3575305"/>
              <a:ext cx="75873" cy="59253"/>
            </a:xfrm>
            <a:custGeom>
              <a:avLst/>
              <a:gdLst/>
              <a:ahLst/>
              <a:cxnLst/>
              <a:rect l="l" t="t" r="r" b="b"/>
              <a:pathLst>
                <a:path w="2132" h="1665" extrusionOk="0">
                  <a:moveTo>
                    <a:pt x="146" y="1"/>
                  </a:moveTo>
                  <a:lnTo>
                    <a:pt x="146" y="1"/>
                  </a:lnTo>
                  <a:cubicBezTo>
                    <a:pt x="1" y="1086"/>
                    <a:pt x="451" y="1576"/>
                    <a:pt x="451" y="1576"/>
                  </a:cubicBezTo>
                  <a:cubicBezTo>
                    <a:pt x="556" y="1637"/>
                    <a:pt x="659" y="1665"/>
                    <a:pt x="759" y="1665"/>
                  </a:cubicBezTo>
                  <a:cubicBezTo>
                    <a:pt x="1539" y="1665"/>
                    <a:pt x="2132" y="1"/>
                    <a:pt x="2132" y="1"/>
                  </a:cubicBezTo>
                  <a:lnTo>
                    <a:pt x="2132" y="1"/>
                  </a:lnTo>
                  <a:cubicBezTo>
                    <a:pt x="1743" y="301"/>
                    <a:pt x="1393" y="401"/>
                    <a:pt x="1099" y="401"/>
                  </a:cubicBezTo>
                  <a:cubicBezTo>
                    <a:pt x="511" y="401"/>
                    <a:pt x="146" y="1"/>
                    <a:pt x="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7"/>
            <p:cNvSpPr/>
            <p:nvPr/>
          </p:nvSpPr>
          <p:spPr>
            <a:xfrm>
              <a:off x="4890079" y="3514379"/>
              <a:ext cx="75374" cy="60036"/>
            </a:xfrm>
            <a:custGeom>
              <a:avLst/>
              <a:gdLst/>
              <a:ahLst/>
              <a:cxnLst/>
              <a:rect l="l" t="t" r="r" b="b"/>
              <a:pathLst>
                <a:path w="2118" h="1687" extrusionOk="0">
                  <a:moveTo>
                    <a:pt x="1375" y="0"/>
                  </a:moveTo>
                  <a:cubicBezTo>
                    <a:pt x="606" y="0"/>
                    <a:pt x="0" y="1633"/>
                    <a:pt x="0" y="1633"/>
                  </a:cubicBezTo>
                  <a:cubicBezTo>
                    <a:pt x="382" y="1358"/>
                    <a:pt x="722" y="1264"/>
                    <a:pt x="1009" y="1264"/>
                  </a:cubicBezTo>
                  <a:cubicBezTo>
                    <a:pt x="1604" y="1264"/>
                    <a:pt x="1966" y="1669"/>
                    <a:pt x="1972" y="1686"/>
                  </a:cubicBezTo>
                  <a:lnTo>
                    <a:pt x="1972" y="1686"/>
                  </a:lnTo>
                  <a:cubicBezTo>
                    <a:pt x="2118" y="614"/>
                    <a:pt x="1694" y="98"/>
                    <a:pt x="1694" y="98"/>
                  </a:cubicBezTo>
                  <a:cubicBezTo>
                    <a:pt x="1586" y="30"/>
                    <a:pt x="1479" y="0"/>
                    <a:pt x="1375" y="0"/>
                  </a:cubicBezTo>
                  <a:close/>
                  <a:moveTo>
                    <a:pt x="1972" y="1686"/>
                  </a:moveTo>
                  <a:cubicBezTo>
                    <a:pt x="1972" y="1686"/>
                    <a:pt x="1972" y="1686"/>
                    <a:pt x="1972" y="1686"/>
                  </a:cubicBezTo>
                  <a:cubicBezTo>
                    <a:pt x="1973" y="1686"/>
                    <a:pt x="1973" y="1686"/>
                    <a:pt x="1972" y="16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7"/>
            <p:cNvSpPr/>
            <p:nvPr/>
          </p:nvSpPr>
          <p:spPr>
            <a:xfrm>
              <a:off x="4792569" y="3495233"/>
              <a:ext cx="73986" cy="80890"/>
            </a:xfrm>
            <a:custGeom>
              <a:avLst/>
              <a:gdLst/>
              <a:ahLst/>
              <a:cxnLst/>
              <a:rect l="l" t="t" r="r" b="b"/>
              <a:pathLst>
                <a:path w="2079" h="2273" extrusionOk="0">
                  <a:moveTo>
                    <a:pt x="477" y="1"/>
                  </a:moveTo>
                  <a:cubicBezTo>
                    <a:pt x="1" y="755"/>
                    <a:pt x="173" y="1589"/>
                    <a:pt x="173" y="1589"/>
                  </a:cubicBezTo>
                  <a:cubicBezTo>
                    <a:pt x="398" y="2114"/>
                    <a:pt x="745" y="2273"/>
                    <a:pt x="1081" y="2273"/>
                  </a:cubicBezTo>
                  <a:cubicBezTo>
                    <a:pt x="1592" y="2273"/>
                    <a:pt x="2079" y="1907"/>
                    <a:pt x="2079" y="1907"/>
                  </a:cubicBezTo>
                  <a:cubicBezTo>
                    <a:pt x="821" y="1523"/>
                    <a:pt x="490" y="1"/>
                    <a:pt x="4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7"/>
            <p:cNvSpPr/>
            <p:nvPr/>
          </p:nvSpPr>
          <p:spPr>
            <a:xfrm>
              <a:off x="4888192" y="3572707"/>
              <a:ext cx="74449" cy="81780"/>
            </a:xfrm>
            <a:custGeom>
              <a:avLst/>
              <a:gdLst/>
              <a:ahLst/>
              <a:cxnLst/>
              <a:rect l="l" t="t" r="r" b="b"/>
              <a:pathLst>
                <a:path w="2092" h="2298" extrusionOk="0">
                  <a:moveTo>
                    <a:pt x="978" y="1"/>
                  </a:moveTo>
                  <a:cubicBezTo>
                    <a:pt x="477" y="1"/>
                    <a:pt x="0" y="338"/>
                    <a:pt x="0" y="338"/>
                  </a:cubicBezTo>
                  <a:cubicBezTo>
                    <a:pt x="1258" y="775"/>
                    <a:pt x="1589" y="2297"/>
                    <a:pt x="1589" y="2297"/>
                  </a:cubicBezTo>
                  <a:cubicBezTo>
                    <a:pt x="2092" y="1556"/>
                    <a:pt x="1906" y="709"/>
                    <a:pt x="1906" y="709"/>
                  </a:cubicBezTo>
                  <a:cubicBezTo>
                    <a:pt x="1684" y="162"/>
                    <a:pt x="1325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7"/>
            <p:cNvSpPr/>
            <p:nvPr/>
          </p:nvSpPr>
          <p:spPr>
            <a:xfrm>
              <a:off x="4821786" y="3444378"/>
              <a:ext cx="51353" cy="110713"/>
            </a:xfrm>
            <a:custGeom>
              <a:avLst/>
              <a:gdLst/>
              <a:ahLst/>
              <a:cxnLst/>
              <a:rect l="l" t="t" r="r" b="b"/>
              <a:pathLst>
                <a:path w="1443" h="3111" extrusionOk="0">
                  <a:moveTo>
                    <a:pt x="794" y="0"/>
                  </a:moveTo>
                  <a:cubicBezTo>
                    <a:pt x="133" y="146"/>
                    <a:pt x="0" y="1019"/>
                    <a:pt x="0" y="1019"/>
                  </a:cubicBezTo>
                  <a:cubicBezTo>
                    <a:pt x="0" y="2647"/>
                    <a:pt x="1443" y="3111"/>
                    <a:pt x="1443" y="3111"/>
                  </a:cubicBezTo>
                  <a:cubicBezTo>
                    <a:pt x="543" y="1562"/>
                    <a:pt x="794" y="0"/>
                    <a:pt x="7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4882997" y="3593668"/>
              <a:ext cx="51388" cy="111211"/>
            </a:xfrm>
            <a:custGeom>
              <a:avLst/>
              <a:gdLst/>
              <a:ahLst/>
              <a:cxnLst/>
              <a:rect l="l" t="t" r="r" b="b"/>
              <a:pathLst>
                <a:path w="1444" h="3125" extrusionOk="0">
                  <a:moveTo>
                    <a:pt x="1" y="1"/>
                  </a:moveTo>
                  <a:lnTo>
                    <a:pt x="1" y="1"/>
                  </a:lnTo>
                  <a:cubicBezTo>
                    <a:pt x="874" y="1563"/>
                    <a:pt x="610" y="3124"/>
                    <a:pt x="636" y="3124"/>
                  </a:cubicBezTo>
                  <a:cubicBezTo>
                    <a:pt x="1271" y="2979"/>
                    <a:pt x="1430" y="2118"/>
                    <a:pt x="1430" y="2118"/>
                  </a:cubicBezTo>
                  <a:cubicBezTo>
                    <a:pt x="1443" y="47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7"/>
            <p:cNvSpPr/>
            <p:nvPr/>
          </p:nvSpPr>
          <p:spPr>
            <a:xfrm>
              <a:off x="4859936" y="3542351"/>
              <a:ext cx="38648" cy="63132"/>
            </a:xfrm>
            <a:custGeom>
              <a:avLst/>
              <a:gdLst/>
              <a:ahLst/>
              <a:cxnLst/>
              <a:rect l="l" t="t" r="r" b="b"/>
              <a:pathLst>
                <a:path w="1086" h="1774" extrusionOk="0">
                  <a:moveTo>
                    <a:pt x="569" y="0"/>
                  </a:moveTo>
                  <a:cubicBezTo>
                    <a:pt x="265" y="0"/>
                    <a:pt x="27" y="397"/>
                    <a:pt x="27" y="887"/>
                  </a:cubicBezTo>
                  <a:cubicBezTo>
                    <a:pt x="0" y="1377"/>
                    <a:pt x="238" y="1774"/>
                    <a:pt x="530" y="1774"/>
                  </a:cubicBezTo>
                  <a:cubicBezTo>
                    <a:pt x="834" y="1774"/>
                    <a:pt x="1086" y="1377"/>
                    <a:pt x="1086" y="900"/>
                  </a:cubicBezTo>
                  <a:cubicBezTo>
                    <a:pt x="1086" y="397"/>
                    <a:pt x="861" y="0"/>
                    <a:pt x="5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7"/>
            <p:cNvSpPr/>
            <p:nvPr/>
          </p:nvSpPr>
          <p:spPr>
            <a:xfrm>
              <a:off x="3745051" y="3272526"/>
              <a:ext cx="315590" cy="503741"/>
            </a:xfrm>
            <a:custGeom>
              <a:avLst/>
              <a:gdLst/>
              <a:ahLst/>
              <a:cxnLst/>
              <a:rect l="l" t="t" r="r" b="b"/>
              <a:pathLst>
                <a:path w="8868" h="14155" extrusionOk="0">
                  <a:moveTo>
                    <a:pt x="5810" y="0"/>
                  </a:moveTo>
                  <a:cubicBezTo>
                    <a:pt x="5119" y="0"/>
                    <a:pt x="4268" y="115"/>
                    <a:pt x="3984" y="157"/>
                  </a:cubicBezTo>
                  <a:cubicBezTo>
                    <a:pt x="1536" y="501"/>
                    <a:pt x="93" y="3373"/>
                    <a:pt x="53" y="7212"/>
                  </a:cubicBezTo>
                  <a:cubicBezTo>
                    <a:pt x="0" y="11023"/>
                    <a:pt x="1840" y="14001"/>
                    <a:pt x="3799" y="14041"/>
                  </a:cubicBezTo>
                  <a:cubicBezTo>
                    <a:pt x="4148" y="14041"/>
                    <a:pt x="4808" y="14154"/>
                    <a:pt x="5523" y="14154"/>
                  </a:cubicBezTo>
                  <a:cubicBezTo>
                    <a:pt x="6354" y="14154"/>
                    <a:pt x="7259" y="14001"/>
                    <a:pt x="7836" y="13340"/>
                  </a:cubicBezTo>
                  <a:cubicBezTo>
                    <a:pt x="8868" y="12175"/>
                    <a:pt x="7439" y="9541"/>
                    <a:pt x="7478" y="7145"/>
                  </a:cubicBezTo>
                  <a:cubicBezTo>
                    <a:pt x="7531" y="4194"/>
                    <a:pt x="8074" y="1150"/>
                    <a:pt x="6711" y="157"/>
                  </a:cubicBezTo>
                  <a:cubicBezTo>
                    <a:pt x="6564" y="40"/>
                    <a:pt x="6215" y="0"/>
                    <a:pt x="5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3818539" y="3274306"/>
              <a:ext cx="300999" cy="494666"/>
            </a:xfrm>
            <a:custGeom>
              <a:avLst/>
              <a:gdLst/>
              <a:ahLst/>
              <a:cxnLst/>
              <a:rect l="l" t="t" r="r" b="b"/>
              <a:pathLst>
                <a:path w="8458" h="13900" extrusionOk="0">
                  <a:moveTo>
                    <a:pt x="4337" y="1"/>
                  </a:moveTo>
                  <a:cubicBezTo>
                    <a:pt x="2067" y="1"/>
                    <a:pt x="158" y="3057"/>
                    <a:pt x="79" y="6870"/>
                  </a:cubicBezTo>
                  <a:cubicBezTo>
                    <a:pt x="0" y="10695"/>
                    <a:pt x="1787" y="13859"/>
                    <a:pt x="4076" y="13898"/>
                  </a:cubicBezTo>
                  <a:cubicBezTo>
                    <a:pt x="4096" y="13899"/>
                    <a:pt x="4116" y="13899"/>
                    <a:pt x="4135" y="13899"/>
                  </a:cubicBezTo>
                  <a:cubicBezTo>
                    <a:pt x="6412" y="13899"/>
                    <a:pt x="8299" y="10848"/>
                    <a:pt x="8378" y="7042"/>
                  </a:cubicBezTo>
                  <a:cubicBezTo>
                    <a:pt x="8457" y="3204"/>
                    <a:pt x="6671" y="54"/>
                    <a:pt x="4381" y="1"/>
                  </a:cubicBezTo>
                  <a:cubicBezTo>
                    <a:pt x="4366" y="1"/>
                    <a:pt x="4352" y="1"/>
                    <a:pt x="4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3832667" y="3303986"/>
              <a:ext cx="262849" cy="433883"/>
            </a:xfrm>
            <a:custGeom>
              <a:avLst/>
              <a:gdLst/>
              <a:ahLst/>
              <a:cxnLst/>
              <a:rect l="l" t="t" r="r" b="b"/>
              <a:pathLst>
                <a:path w="7386" h="12192" extrusionOk="0">
                  <a:moveTo>
                    <a:pt x="3743" y="213"/>
                  </a:moveTo>
                  <a:cubicBezTo>
                    <a:pt x="3753" y="213"/>
                    <a:pt x="3762" y="213"/>
                    <a:pt x="3772" y="213"/>
                  </a:cubicBezTo>
                  <a:cubicBezTo>
                    <a:pt x="5704" y="253"/>
                    <a:pt x="7253" y="2913"/>
                    <a:pt x="7200" y="6156"/>
                  </a:cubicBezTo>
                  <a:cubicBezTo>
                    <a:pt x="7161" y="9382"/>
                    <a:pt x="5562" y="11979"/>
                    <a:pt x="3642" y="11979"/>
                  </a:cubicBezTo>
                  <a:cubicBezTo>
                    <a:pt x="3633" y="11979"/>
                    <a:pt x="3623" y="11979"/>
                    <a:pt x="3613" y="11979"/>
                  </a:cubicBezTo>
                  <a:cubicBezTo>
                    <a:pt x="1668" y="11953"/>
                    <a:pt x="132" y="9279"/>
                    <a:pt x="185" y="6036"/>
                  </a:cubicBezTo>
                  <a:cubicBezTo>
                    <a:pt x="212" y="2810"/>
                    <a:pt x="1823" y="213"/>
                    <a:pt x="3743" y="213"/>
                  </a:cubicBezTo>
                  <a:close/>
                  <a:moveTo>
                    <a:pt x="3743" y="1"/>
                  </a:moveTo>
                  <a:cubicBezTo>
                    <a:pt x="1757" y="1"/>
                    <a:pt x="106" y="2704"/>
                    <a:pt x="53" y="6036"/>
                  </a:cubicBezTo>
                  <a:cubicBezTo>
                    <a:pt x="0" y="9398"/>
                    <a:pt x="1602" y="12164"/>
                    <a:pt x="3613" y="12191"/>
                  </a:cubicBezTo>
                  <a:cubicBezTo>
                    <a:pt x="3628" y="12191"/>
                    <a:pt x="3642" y="12191"/>
                    <a:pt x="3657" y="12191"/>
                  </a:cubicBezTo>
                  <a:cubicBezTo>
                    <a:pt x="5636" y="12191"/>
                    <a:pt x="7280" y="9493"/>
                    <a:pt x="7332" y="6156"/>
                  </a:cubicBezTo>
                  <a:cubicBezTo>
                    <a:pt x="7385" y="2794"/>
                    <a:pt x="5771" y="41"/>
                    <a:pt x="3772" y="1"/>
                  </a:cubicBezTo>
                  <a:cubicBezTo>
                    <a:pt x="3762" y="1"/>
                    <a:pt x="3753" y="1"/>
                    <a:pt x="37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3871280" y="3360534"/>
              <a:ext cx="195482" cy="322672"/>
            </a:xfrm>
            <a:custGeom>
              <a:avLst/>
              <a:gdLst/>
              <a:ahLst/>
              <a:cxnLst/>
              <a:rect l="l" t="t" r="r" b="b"/>
              <a:pathLst>
                <a:path w="5493" h="9067" extrusionOk="0">
                  <a:moveTo>
                    <a:pt x="2792" y="0"/>
                  </a:moveTo>
                  <a:cubicBezTo>
                    <a:pt x="1303" y="0"/>
                    <a:pt x="66" y="2007"/>
                    <a:pt x="27" y="4500"/>
                  </a:cubicBezTo>
                  <a:cubicBezTo>
                    <a:pt x="0" y="7002"/>
                    <a:pt x="1192" y="9053"/>
                    <a:pt x="2687" y="9067"/>
                  </a:cubicBezTo>
                  <a:cubicBezTo>
                    <a:pt x="2697" y="9067"/>
                    <a:pt x="2707" y="9067"/>
                    <a:pt x="2716" y="9067"/>
                  </a:cubicBezTo>
                  <a:cubicBezTo>
                    <a:pt x="4199" y="9067"/>
                    <a:pt x="5427" y="7065"/>
                    <a:pt x="5453" y="4567"/>
                  </a:cubicBezTo>
                  <a:cubicBezTo>
                    <a:pt x="5493" y="2065"/>
                    <a:pt x="4302" y="27"/>
                    <a:pt x="2806" y="0"/>
                  </a:cubicBezTo>
                  <a:cubicBezTo>
                    <a:pt x="2801" y="0"/>
                    <a:pt x="2796" y="0"/>
                    <a:pt x="2792" y="0"/>
                  </a:cubicBezTo>
                  <a:close/>
                </a:path>
              </a:pathLst>
            </a:custGeom>
            <a:solidFill>
              <a:srgbClr val="756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3935337" y="3377154"/>
              <a:ext cx="55125" cy="121425"/>
            </a:xfrm>
            <a:custGeom>
              <a:avLst/>
              <a:gdLst/>
              <a:ahLst/>
              <a:cxnLst/>
              <a:rect l="l" t="t" r="r" b="b"/>
              <a:pathLst>
                <a:path w="1549" h="3412" extrusionOk="0">
                  <a:moveTo>
                    <a:pt x="1081" y="1"/>
                  </a:moveTo>
                  <a:cubicBezTo>
                    <a:pt x="759" y="1"/>
                    <a:pt x="556" y="301"/>
                    <a:pt x="556" y="301"/>
                  </a:cubicBezTo>
                  <a:cubicBezTo>
                    <a:pt x="0" y="1651"/>
                    <a:pt x="1006" y="3411"/>
                    <a:pt x="1006" y="3411"/>
                  </a:cubicBezTo>
                  <a:cubicBezTo>
                    <a:pt x="808" y="1294"/>
                    <a:pt x="1549" y="208"/>
                    <a:pt x="1549" y="208"/>
                  </a:cubicBezTo>
                  <a:cubicBezTo>
                    <a:pt x="1376" y="55"/>
                    <a:pt x="1217" y="1"/>
                    <a:pt x="1081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3945693" y="3540002"/>
              <a:ext cx="55623" cy="120642"/>
            </a:xfrm>
            <a:custGeom>
              <a:avLst/>
              <a:gdLst/>
              <a:ahLst/>
              <a:cxnLst/>
              <a:rect l="l" t="t" r="r" b="b"/>
              <a:pathLst>
                <a:path w="1563" h="3390" extrusionOk="0">
                  <a:moveTo>
                    <a:pt x="570" y="0"/>
                  </a:moveTo>
                  <a:lnTo>
                    <a:pt x="570" y="0"/>
                  </a:lnTo>
                  <a:cubicBezTo>
                    <a:pt x="742" y="2144"/>
                    <a:pt x="1" y="3176"/>
                    <a:pt x="1" y="3176"/>
                  </a:cubicBezTo>
                  <a:cubicBezTo>
                    <a:pt x="179" y="3335"/>
                    <a:pt x="342" y="3390"/>
                    <a:pt x="481" y="3390"/>
                  </a:cubicBezTo>
                  <a:cubicBezTo>
                    <a:pt x="796" y="3390"/>
                    <a:pt x="993" y="3110"/>
                    <a:pt x="993" y="3110"/>
                  </a:cubicBezTo>
                  <a:cubicBezTo>
                    <a:pt x="1562" y="1774"/>
                    <a:pt x="570" y="0"/>
                    <a:pt x="570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3899536" y="3532457"/>
              <a:ext cx="61744" cy="102706"/>
            </a:xfrm>
            <a:custGeom>
              <a:avLst/>
              <a:gdLst/>
              <a:ahLst/>
              <a:cxnLst/>
              <a:rect l="l" t="t" r="r" b="b"/>
              <a:pathLst>
                <a:path w="1735" h="2886" extrusionOk="0">
                  <a:moveTo>
                    <a:pt x="1642" y="0"/>
                  </a:moveTo>
                  <a:cubicBezTo>
                    <a:pt x="967" y="1853"/>
                    <a:pt x="14" y="1893"/>
                    <a:pt x="0" y="1893"/>
                  </a:cubicBezTo>
                  <a:cubicBezTo>
                    <a:pt x="245" y="2873"/>
                    <a:pt x="754" y="2886"/>
                    <a:pt x="780" y="2886"/>
                  </a:cubicBezTo>
                  <a:cubicBezTo>
                    <a:pt x="781" y="2886"/>
                    <a:pt x="781" y="2886"/>
                    <a:pt x="781" y="2886"/>
                  </a:cubicBezTo>
                  <a:cubicBezTo>
                    <a:pt x="1734" y="2449"/>
                    <a:pt x="1642" y="1"/>
                    <a:pt x="1642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3975836" y="3403382"/>
              <a:ext cx="61282" cy="102243"/>
            </a:xfrm>
            <a:custGeom>
              <a:avLst/>
              <a:gdLst/>
              <a:ahLst/>
              <a:cxnLst/>
              <a:rect l="l" t="t" r="r" b="b"/>
              <a:pathLst>
                <a:path w="1722" h="2873" extrusionOk="0">
                  <a:moveTo>
                    <a:pt x="941" y="1"/>
                  </a:moveTo>
                  <a:cubicBezTo>
                    <a:pt x="941" y="1"/>
                    <a:pt x="940" y="1"/>
                    <a:pt x="940" y="1"/>
                  </a:cubicBezTo>
                  <a:cubicBezTo>
                    <a:pt x="1" y="424"/>
                    <a:pt x="67" y="2873"/>
                    <a:pt x="67" y="2873"/>
                  </a:cubicBezTo>
                  <a:cubicBezTo>
                    <a:pt x="742" y="1033"/>
                    <a:pt x="1721" y="1020"/>
                    <a:pt x="1721" y="1020"/>
                  </a:cubicBezTo>
                  <a:cubicBezTo>
                    <a:pt x="1476" y="13"/>
                    <a:pt x="967" y="1"/>
                    <a:pt x="941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3879749" y="3520180"/>
              <a:ext cx="75873" cy="59289"/>
            </a:xfrm>
            <a:custGeom>
              <a:avLst/>
              <a:gdLst/>
              <a:ahLst/>
              <a:cxnLst/>
              <a:rect l="l" t="t" r="r" b="b"/>
              <a:pathLst>
                <a:path w="2132" h="1666" extrusionOk="0">
                  <a:moveTo>
                    <a:pt x="146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" y="1073"/>
                    <a:pt x="451" y="1576"/>
                    <a:pt x="451" y="1576"/>
                  </a:cubicBezTo>
                  <a:cubicBezTo>
                    <a:pt x="556" y="1638"/>
                    <a:pt x="659" y="1665"/>
                    <a:pt x="759" y="1665"/>
                  </a:cubicBezTo>
                  <a:cubicBezTo>
                    <a:pt x="1539" y="1665"/>
                    <a:pt x="2131" y="1"/>
                    <a:pt x="2131" y="1"/>
                  </a:cubicBezTo>
                  <a:lnTo>
                    <a:pt x="2131" y="1"/>
                  </a:lnTo>
                  <a:cubicBezTo>
                    <a:pt x="1737" y="295"/>
                    <a:pt x="1387" y="392"/>
                    <a:pt x="1094" y="392"/>
                  </a:cubicBezTo>
                  <a:cubicBezTo>
                    <a:pt x="508" y="392"/>
                    <a:pt x="154" y="1"/>
                    <a:pt x="146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3981032" y="3458934"/>
              <a:ext cx="75374" cy="59894"/>
            </a:xfrm>
            <a:custGeom>
              <a:avLst/>
              <a:gdLst/>
              <a:ahLst/>
              <a:cxnLst/>
              <a:rect l="l" t="t" r="r" b="b"/>
              <a:pathLst>
                <a:path w="2118" h="1683" extrusionOk="0">
                  <a:moveTo>
                    <a:pt x="1381" y="1"/>
                  </a:moveTo>
                  <a:cubicBezTo>
                    <a:pt x="609" y="1"/>
                    <a:pt x="0" y="1643"/>
                    <a:pt x="0" y="1643"/>
                  </a:cubicBezTo>
                  <a:cubicBezTo>
                    <a:pt x="381" y="1356"/>
                    <a:pt x="723" y="1259"/>
                    <a:pt x="1009" y="1259"/>
                  </a:cubicBezTo>
                  <a:cubicBezTo>
                    <a:pt x="1609" y="1259"/>
                    <a:pt x="1972" y="1682"/>
                    <a:pt x="1972" y="1682"/>
                  </a:cubicBezTo>
                  <a:cubicBezTo>
                    <a:pt x="2118" y="610"/>
                    <a:pt x="1694" y="94"/>
                    <a:pt x="1694" y="94"/>
                  </a:cubicBezTo>
                  <a:cubicBezTo>
                    <a:pt x="1588" y="29"/>
                    <a:pt x="1483" y="1"/>
                    <a:pt x="1381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3883522" y="3440144"/>
              <a:ext cx="73986" cy="80855"/>
            </a:xfrm>
            <a:custGeom>
              <a:avLst/>
              <a:gdLst/>
              <a:ahLst/>
              <a:cxnLst/>
              <a:rect l="l" t="t" r="r" b="b"/>
              <a:pathLst>
                <a:path w="2079" h="2272" extrusionOk="0">
                  <a:moveTo>
                    <a:pt x="477" y="0"/>
                  </a:moveTo>
                  <a:cubicBezTo>
                    <a:pt x="0" y="741"/>
                    <a:pt x="173" y="1588"/>
                    <a:pt x="173" y="1588"/>
                  </a:cubicBezTo>
                  <a:cubicBezTo>
                    <a:pt x="398" y="2114"/>
                    <a:pt x="745" y="2272"/>
                    <a:pt x="1081" y="2272"/>
                  </a:cubicBezTo>
                  <a:cubicBezTo>
                    <a:pt x="1592" y="2272"/>
                    <a:pt x="2078" y="1906"/>
                    <a:pt x="2078" y="1906"/>
                  </a:cubicBezTo>
                  <a:cubicBezTo>
                    <a:pt x="821" y="1509"/>
                    <a:pt x="477" y="0"/>
                    <a:pt x="477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3979145" y="3517297"/>
              <a:ext cx="74449" cy="81602"/>
            </a:xfrm>
            <a:custGeom>
              <a:avLst/>
              <a:gdLst/>
              <a:ahLst/>
              <a:cxnLst/>
              <a:rect l="l" t="t" r="r" b="b"/>
              <a:pathLst>
                <a:path w="2092" h="2293" extrusionOk="0">
                  <a:moveTo>
                    <a:pt x="987" y="1"/>
                  </a:moveTo>
                  <a:cubicBezTo>
                    <a:pt x="482" y="1"/>
                    <a:pt x="0" y="347"/>
                    <a:pt x="0" y="347"/>
                  </a:cubicBezTo>
                  <a:cubicBezTo>
                    <a:pt x="1258" y="757"/>
                    <a:pt x="1588" y="2279"/>
                    <a:pt x="1588" y="2292"/>
                  </a:cubicBezTo>
                  <a:cubicBezTo>
                    <a:pt x="2091" y="1551"/>
                    <a:pt x="1906" y="704"/>
                    <a:pt x="1906" y="704"/>
                  </a:cubicBezTo>
                  <a:cubicBezTo>
                    <a:pt x="1686" y="162"/>
                    <a:pt x="1331" y="1"/>
                    <a:pt x="987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3912241" y="3388791"/>
              <a:ext cx="51388" cy="110713"/>
            </a:xfrm>
            <a:custGeom>
              <a:avLst/>
              <a:gdLst/>
              <a:ahLst/>
              <a:cxnLst/>
              <a:rect l="l" t="t" r="r" b="b"/>
              <a:pathLst>
                <a:path w="1444" h="3111" extrusionOk="0">
                  <a:moveTo>
                    <a:pt x="795" y="0"/>
                  </a:moveTo>
                  <a:lnTo>
                    <a:pt x="795" y="0"/>
                  </a:lnTo>
                  <a:cubicBezTo>
                    <a:pt x="133" y="146"/>
                    <a:pt x="1" y="1020"/>
                    <a:pt x="1" y="1020"/>
                  </a:cubicBezTo>
                  <a:cubicBezTo>
                    <a:pt x="1" y="2648"/>
                    <a:pt x="1443" y="3111"/>
                    <a:pt x="1443" y="3111"/>
                  </a:cubicBezTo>
                  <a:cubicBezTo>
                    <a:pt x="543" y="1576"/>
                    <a:pt x="795" y="1"/>
                    <a:pt x="795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3973487" y="3538579"/>
              <a:ext cx="51388" cy="111175"/>
            </a:xfrm>
            <a:custGeom>
              <a:avLst/>
              <a:gdLst/>
              <a:ahLst/>
              <a:cxnLst/>
              <a:rect l="l" t="t" r="r" b="b"/>
              <a:pathLst>
                <a:path w="1444" h="3124" extrusionOk="0">
                  <a:moveTo>
                    <a:pt x="0" y="0"/>
                  </a:moveTo>
                  <a:cubicBezTo>
                    <a:pt x="874" y="1549"/>
                    <a:pt x="622" y="3124"/>
                    <a:pt x="622" y="3124"/>
                  </a:cubicBezTo>
                  <a:cubicBezTo>
                    <a:pt x="1271" y="2978"/>
                    <a:pt x="1417" y="2118"/>
                    <a:pt x="1417" y="2118"/>
                  </a:cubicBezTo>
                  <a:cubicBezTo>
                    <a:pt x="1443" y="477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7"/>
            <p:cNvSpPr/>
            <p:nvPr/>
          </p:nvSpPr>
          <p:spPr>
            <a:xfrm>
              <a:off x="3950889" y="3487226"/>
              <a:ext cx="38648" cy="63168"/>
            </a:xfrm>
            <a:custGeom>
              <a:avLst/>
              <a:gdLst/>
              <a:ahLst/>
              <a:cxnLst/>
              <a:rect l="l" t="t" r="r" b="b"/>
              <a:pathLst>
                <a:path w="1086" h="1775" extrusionOk="0">
                  <a:moveTo>
                    <a:pt x="569" y="1"/>
                  </a:moveTo>
                  <a:cubicBezTo>
                    <a:pt x="265" y="1"/>
                    <a:pt x="27" y="398"/>
                    <a:pt x="27" y="874"/>
                  </a:cubicBezTo>
                  <a:cubicBezTo>
                    <a:pt x="0" y="1377"/>
                    <a:pt x="238" y="1774"/>
                    <a:pt x="530" y="1774"/>
                  </a:cubicBezTo>
                  <a:cubicBezTo>
                    <a:pt x="834" y="1774"/>
                    <a:pt x="1085" y="1377"/>
                    <a:pt x="1085" y="887"/>
                  </a:cubicBezTo>
                  <a:cubicBezTo>
                    <a:pt x="1085" y="398"/>
                    <a:pt x="847" y="1"/>
                    <a:pt x="569" y="1"/>
                  </a:cubicBezTo>
                  <a:close/>
                </a:path>
              </a:pathLst>
            </a:custGeom>
            <a:solidFill>
              <a:srgbClr val="9385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7"/>
            <p:cNvSpPr/>
            <p:nvPr/>
          </p:nvSpPr>
          <p:spPr>
            <a:xfrm>
              <a:off x="3723378" y="2856971"/>
              <a:ext cx="1585921" cy="880399"/>
            </a:xfrm>
            <a:custGeom>
              <a:avLst/>
              <a:gdLst/>
              <a:ahLst/>
              <a:cxnLst/>
              <a:rect l="l" t="t" r="r" b="b"/>
              <a:pathLst>
                <a:path w="44564" h="24739" extrusionOk="0">
                  <a:moveTo>
                    <a:pt x="35897" y="0"/>
                  </a:moveTo>
                  <a:cubicBezTo>
                    <a:pt x="31326" y="0"/>
                    <a:pt x="26552" y="274"/>
                    <a:pt x="23718" y="822"/>
                  </a:cubicBezTo>
                  <a:cubicBezTo>
                    <a:pt x="22368" y="1153"/>
                    <a:pt x="21548" y="1564"/>
                    <a:pt x="18503" y="3178"/>
                  </a:cubicBezTo>
                  <a:cubicBezTo>
                    <a:pt x="15459" y="4806"/>
                    <a:pt x="12945" y="7189"/>
                    <a:pt x="12005" y="7718"/>
                  </a:cubicBezTo>
                  <a:cubicBezTo>
                    <a:pt x="8934" y="8909"/>
                    <a:pt x="6446" y="9783"/>
                    <a:pt x="4540" y="10947"/>
                  </a:cubicBezTo>
                  <a:cubicBezTo>
                    <a:pt x="4474" y="10974"/>
                    <a:pt x="4434" y="11000"/>
                    <a:pt x="4368" y="11053"/>
                  </a:cubicBezTo>
                  <a:cubicBezTo>
                    <a:pt x="3971" y="11305"/>
                    <a:pt x="3587" y="11570"/>
                    <a:pt x="3243" y="11847"/>
                  </a:cubicBezTo>
                  <a:cubicBezTo>
                    <a:pt x="1933" y="12933"/>
                    <a:pt x="1020" y="14296"/>
                    <a:pt x="503" y="16281"/>
                  </a:cubicBezTo>
                  <a:cubicBezTo>
                    <a:pt x="464" y="16480"/>
                    <a:pt x="411" y="16705"/>
                    <a:pt x="358" y="16930"/>
                  </a:cubicBezTo>
                  <a:cubicBezTo>
                    <a:pt x="345" y="16996"/>
                    <a:pt x="345" y="17049"/>
                    <a:pt x="331" y="17115"/>
                  </a:cubicBezTo>
                  <a:cubicBezTo>
                    <a:pt x="305" y="17234"/>
                    <a:pt x="278" y="17340"/>
                    <a:pt x="265" y="17472"/>
                  </a:cubicBezTo>
                  <a:cubicBezTo>
                    <a:pt x="133" y="18280"/>
                    <a:pt x="40" y="19193"/>
                    <a:pt x="14" y="20225"/>
                  </a:cubicBezTo>
                  <a:cubicBezTo>
                    <a:pt x="0" y="20569"/>
                    <a:pt x="0" y="20914"/>
                    <a:pt x="0" y="21284"/>
                  </a:cubicBezTo>
                  <a:cubicBezTo>
                    <a:pt x="0" y="21575"/>
                    <a:pt x="14" y="21880"/>
                    <a:pt x="14" y="22197"/>
                  </a:cubicBezTo>
                  <a:cubicBezTo>
                    <a:pt x="2667" y="24156"/>
                    <a:pt x="12292" y="24469"/>
                    <a:pt x="18590" y="24469"/>
                  </a:cubicBezTo>
                  <a:cubicBezTo>
                    <a:pt x="20931" y="24469"/>
                    <a:pt x="22812" y="24426"/>
                    <a:pt x="23705" y="24408"/>
                  </a:cubicBezTo>
                  <a:cubicBezTo>
                    <a:pt x="26617" y="23997"/>
                    <a:pt x="26286" y="24739"/>
                    <a:pt x="27159" y="21086"/>
                  </a:cubicBezTo>
                  <a:cubicBezTo>
                    <a:pt x="28033" y="17419"/>
                    <a:pt x="29462" y="14031"/>
                    <a:pt x="32308" y="13833"/>
                  </a:cubicBezTo>
                  <a:cubicBezTo>
                    <a:pt x="32411" y="13825"/>
                    <a:pt x="32511" y="13822"/>
                    <a:pt x="32608" y="13822"/>
                  </a:cubicBezTo>
                  <a:cubicBezTo>
                    <a:pt x="37062" y="13822"/>
                    <a:pt x="35652" y="21373"/>
                    <a:pt x="37258" y="22409"/>
                  </a:cubicBezTo>
                  <a:cubicBezTo>
                    <a:pt x="37271" y="22422"/>
                    <a:pt x="37298" y="22436"/>
                    <a:pt x="37324" y="22436"/>
                  </a:cubicBezTo>
                  <a:cubicBezTo>
                    <a:pt x="37337" y="22449"/>
                    <a:pt x="37364" y="22449"/>
                    <a:pt x="37417" y="22449"/>
                  </a:cubicBezTo>
                  <a:cubicBezTo>
                    <a:pt x="37466" y="22454"/>
                    <a:pt x="37530" y="22456"/>
                    <a:pt x="37608" y="22456"/>
                  </a:cubicBezTo>
                  <a:cubicBezTo>
                    <a:pt x="38577" y="22456"/>
                    <a:pt x="41620" y="22084"/>
                    <a:pt x="44537" y="21655"/>
                  </a:cubicBezTo>
                  <a:lnTo>
                    <a:pt x="44537" y="346"/>
                  </a:lnTo>
                  <a:lnTo>
                    <a:pt x="44564" y="346"/>
                  </a:lnTo>
                  <a:cubicBezTo>
                    <a:pt x="44087" y="320"/>
                    <a:pt x="43611" y="293"/>
                    <a:pt x="43108" y="267"/>
                  </a:cubicBezTo>
                  <a:cubicBezTo>
                    <a:pt x="41034" y="89"/>
                    <a:pt x="38498" y="0"/>
                    <a:pt x="358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4941396" y="3271494"/>
              <a:ext cx="367904" cy="44093"/>
            </a:xfrm>
            <a:custGeom>
              <a:avLst/>
              <a:gdLst/>
              <a:ahLst/>
              <a:cxnLst/>
              <a:rect l="l" t="t" r="r" b="b"/>
              <a:pathLst>
                <a:path w="10338" h="1239" extrusionOk="0">
                  <a:moveTo>
                    <a:pt x="1" y="1"/>
                  </a:moveTo>
                  <a:cubicBezTo>
                    <a:pt x="378" y="441"/>
                    <a:pt x="4001" y="1239"/>
                    <a:pt x="9454" y="1239"/>
                  </a:cubicBezTo>
                  <a:cubicBezTo>
                    <a:pt x="9744" y="1239"/>
                    <a:pt x="10038" y="1236"/>
                    <a:pt x="10338" y="1232"/>
                  </a:cubicBezTo>
                  <a:lnTo>
                    <a:pt x="10338" y="133"/>
                  </a:lnTo>
                  <a:cubicBezTo>
                    <a:pt x="9094" y="252"/>
                    <a:pt x="7664" y="319"/>
                    <a:pt x="6036" y="332"/>
                  </a:cubicBezTo>
                  <a:cubicBezTo>
                    <a:pt x="5640" y="337"/>
                    <a:pt x="5269" y="339"/>
                    <a:pt x="4922" y="339"/>
                  </a:cubicBezTo>
                  <a:cubicBezTo>
                    <a:pt x="757" y="33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5134529" y="3504664"/>
              <a:ext cx="174770" cy="20427"/>
            </a:xfrm>
            <a:custGeom>
              <a:avLst/>
              <a:gdLst/>
              <a:ahLst/>
              <a:cxnLst/>
              <a:rect l="l" t="t" r="r" b="b"/>
              <a:pathLst>
                <a:path w="4911" h="574" extrusionOk="0">
                  <a:moveTo>
                    <a:pt x="4911" y="0"/>
                  </a:moveTo>
                  <a:cubicBezTo>
                    <a:pt x="2568" y="265"/>
                    <a:pt x="0" y="305"/>
                    <a:pt x="0" y="305"/>
                  </a:cubicBezTo>
                  <a:cubicBezTo>
                    <a:pt x="1403" y="496"/>
                    <a:pt x="2571" y="573"/>
                    <a:pt x="3545" y="573"/>
                  </a:cubicBezTo>
                  <a:cubicBezTo>
                    <a:pt x="4050" y="573"/>
                    <a:pt x="4504" y="553"/>
                    <a:pt x="4911" y="517"/>
                  </a:cubicBezTo>
                  <a:lnTo>
                    <a:pt x="4911" y="0"/>
                  </a:ln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4247155" y="3286904"/>
              <a:ext cx="528012" cy="156087"/>
            </a:xfrm>
            <a:custGeom>
              <a:avLst/>
              <a:gdLst/>
              <a:ahLst/>
              <a:cxnLst/>
              <a:rect l="l" t="t" r="r" b="b"/>
              <a:pathLst>
                <a:path w="14837" h="4386" extrusionOk="0">
                  <a:moveTo>
                    <a:pt x="14456" y="1"/>
                  </a:moveTo>
                  <a:cubicBezTo>
                    <a:pt x="13375" y="1"/>
                    <a:pt x="9794" y="554"/>
                    <a:pt x="8060" y="666"/>
                  </a:cubicBezTo>
                  <a:cubicBezTo>
                    <a:pt x="6022" y="799"/>
                    <a:pt x="0" y="1805"/>
                    <a:pt x="1006" y="3102"/>
                  </a:cubicBezTo>
                  <a:cubicBezTo>
                    <a:pt x="2025" y="4386"/>
                    <a:pt x="7452" y="4386"/>
                    <a:pt x="7452" y="4386"/>
                  </a:cubicBezTo>
                  <a:cubicBezTo>
                    <a:pt x="9477" y="4319"/>
                    <a:pt x="10165" y="3644"/>
                    <a:pt x="11859" y="2572"/>
                  </a:cubicBezTo>
                  <a:cubicBezTo>
                    <a:pt x="13156" y="1739"/>
                    <a:pt x="14837" y="322"/>
                    <a:pt x="14771" y="58"/>
                  </a:cubicBezTo>
                  <a:cubicBezTo>
                    <a:pt x="14759" y="18"/>
                    <a:pt x="14646" y="1"/>
                    <a:pt x="144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7"/>
            <p:cNvSpPr/>
            <p:nvPr/>
          </p:nvSpPr>
          <p:spPr>
            <a:xfrm>
              <a:off x="3741279" y="3278114"/>
              <a:ext cx="158756" cy="158507"/>
            </a:xfrm>
            <a:custGeom>
              <a:avLst/>
              <a:gdLst/>
              <a:ahLst/>
              <a:cxnLst/>
              <a:rect l="l" t="t" r="r" b="b"/>
              <a:pathLst>
                <a:path w="4461" h="4454" extrusionOk="0">
                  <a:moveTo>
                    <a:pt x="2753" y="0"/>
                  </a:moveTo>
                  <a:cubicBezTo>
                    <a:pt x="2581" y="146"/>
                    <a:pt x="2422" y="278"/>
                    <a:pt x="2277" y="437"/>
                  </a:cubicBezTo>
                  <a:cubicBezTo>
                    <a:pt x="2131" y="569"/>
                    <a:pt x="2025" y="675"/>
                    <a:pt x="1906" y="808"/>
                  </a:cubicBezTo>
                  <a:cubicBezTo>
                    <a:pt x="1033" y="1774"/>
                    <a:pt x="397" y="2925"/>
                    <a:pt x="0" y="4447"/>
                  </a:cubicBezTo>
                  <a:cubicBezTo>
                    <a:pt x="54" y="4451"/>
                    <a:pt x="109" y="4453"/>
                    <a:pt x="166" y="4453"/>
                  </a:cubicBezTo>
                  <a:cubicBezTo>
                    <a:pt x="1604" y="4453"/>
                    <a:pt x="4083" y="3210"/>
                    <a:pt x="4236" y="2727"/>
                  </a:cubicBezTo>
                  <a:cubicBezTo>
                    <a:pt x="4461" y="2131"/>
                    <a:pt x="4037" y="1986"/>
                    <a:pt x="3442" y="1152"/>
                  </a:cubicBezTo>
                  <a:cubicBezTo>
                    <a:pt x="3177" y="808"/>
                    <a:pt x="2952" y="384"/>
                    <a:pt x="27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7"/>
            <p:cNvSpPr/>
            <p:nvPr/>
          </p:nvSpPr>
          <p:spPr>
            <a:xfrm>
              <a:off x="4233027" y="3246085"/>
              <a:ext cx="586909" cy="224699"/>
            </a:xfrm>
            <a:custGeom>
              <a:avLst/>
              <a:gdLst/>
              <a:ahLst/>
              <a:cxnLst/>
              <a:rect l="l" t="t" r="r" b="b"/>
              <a:pathLst>
                <a:path w="16492" h="6314" extrusionOk="0">
                  <a:moveTo>
                    <a:pt x="16107" y="0"/>
                  </a:moveTo>
                  <a:lnTo>
                    <a:pt x="15949" y="66"/>
                  </a:lnTo>
                  <a:cubicBezTo>
                    <a:pt x="15962" y="66"/>
                    <a:pt x="15962" y="93"/>
                    <a:pt x="15988" y="133"/>
                  </a:cubicBezTo>
                  <a:cubicBezTo>
                    <a:pt x="16068" y="371"/>
                    <a:pt x="16279" y="1165"/>
                    <a:pt x="15896" y="1747"/>
                  </a:cubicBezTo>
                  <a:cubicBezTo>
                    <a:pt x="15446" y="2436"/>
                    <a:pt x="11938" y="4858"/>
                    <a:pt x="10654" y="5427"/>
                  </a:cubicBezTo>
                  <a:cubicBezTo>
                    <a:pt x="9853" y="5782"/>
                    <a:pt x="8932" y="6107"/>
                    <a:pt x="7347" y="6107"/>
                  </a:cubicBezTo>
                  <a:cubicBezTo>
                    <a:pt x="6395" y="6107"/>
                    <a:pt x="5203" y="5989"/>
                    <a:pt x="3653" y="5691"/>
                  </a:cubicBezTo>
                  <a:cubicBezTo>
                    <a:pt x="3190" y="5612"/>
                    <a:pt x="2793" y="5493"/>
                    <a:pt x="2449" y="5400"/>
                  </a:cubicBezTo>
                  <a:cubicBezTo>
                    <a:pt x="2356" y="5360"/>
                    <a:pt x="2263" y="5347"/>
                    <a:pt x="2184" y="5321"/>
                  </a:cubicBezTo>
                  <a:cubicBezTo>
                    <a:pt x="1059" y="4937"/>
                    <a:pt x="582" y="4460"/>
                    <a:pt x="397" y="4090"/>
                  </a:cubicBezTo>
                  <a:cubicBezTo>
                    <a:pt x="172" y="3640"/>
                    <a:pt x="318" y="3296"/>
                    <a:pt x="331" y="3283"/>
                  </a:cubicBezTo>
                  <a:lnTo>
                    <a:pt x="252" y="3243"/>
                  </a:lnTo>
                  <a:lnTo>
                    <a:pt x="172" y="3216"/>
                  </a:lnTo>
                  <a:cubicBezTo>
                    <a:pt x="172" y="3216"/>
                    <a:pt x="146" y="3230"/>
                    <a:pt x="146" y="3243"/>
                  </a:cubicBezTo>
                  <a:cubicBezTo>
                    <a:pt x="106" y="3362"/>
                    <a:pt x="0" y="3733"/>
                    <a:pt x="238" y="4183"/>
                  </a:cubicBezTo>
                  <a:cubicBezTo>
                    <a:pt x="503" y="4685"/>
                    <a:pt x="1059" y="5109"/>
                    <a:pt x="1932" y="5440"/>
                  </a:cubicBezTo>
                  <a:lnTo>
                    <a:pt x="2184" y="5533"/>
                  </a:lnTo>
                  <a:cubicBezTo>
                    <a:pt x="2594" y="5665"/>
                    <a:pt x="3084" y="5797"/>
                    <a:pt x="3613" y="5903"/>
                  </a:cubicBezTo>
                  <a:cubicBezTo>
                    <a:pt x="5149" y="6194"/>
                    <a:pt x="6353" y="6313"/>
                    <a:pt x="7319" y="6313"/>
                  </a:cubicBezTo>
                  <a:cubicBezTo>
                    <a:pt x="8974" y="6313"/>
                    <a:pt x="9927" y="5969"/>
                    <a:pt x="10721" y="5612"/>
                  </a:cubicBezTo>
                  <a:cubicBezTo>
                    <a:pt x="11912" y="5083"/>
                    <a:pt x="15552" y="2634"/>
                    <a:pt x="16054" y="1866"/>
                  </a:cubicBezTo>
                  <a:cubicBezTo>
                    <a:pt x="16491" y="1152"/>
                    <a:pt x="16213" y="252"/>
                    <a:pt x="16134" y="40"/>
                  </a:cubicBezTo>
                  <a:cubicBezTo>
                    <a:pt x="16107" y="27"/>
                    <a:pt x="16107" y="0"/>
                    <a:pt x="161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7"/>
            <p:cNvSpPr/>
            <p:nvPr/>
          </p:nvSpPr>
          <p:spPr>
            <a:xfrm>
              <a:off x="3735620" y="3341210"/>
              <a:ext cx="205874" cy="124378"/>
            </a:xfrm>
            <a:custGeom>
              <a:avLst/>
              <a:gdLst/>
              <a:ahLst/>
              <a:cxnLst/>
              <a:rect l="l" t="t" r="r" b="b"/>
              <a:pathLst>
                <a:path w="5785" h="3495" extrusionOk="0">
                  <a:moveTo>
                    <a:pt x="5612" y="1"/>
                  </a:moveTo>
                  <a:cubicBezTo>
                    <a:pt x="5612" y="1"/>
                    <a:pt x="5612" y="27"/>
                    <a:pt x="5586" y="67"/>
                  </a:cubicBezTo>
                  <a:cubicBezTo>
                    <a:pt x="5559" y="265"/>
                    <a:pt x="5308" y="1020"/>
                    <a:pt x="4156" y="1973"/>
                  </a:cubicBezTo>
                  <a:cubicBezTo>
                    <a:pt x="4051" y="2052"/>
                    <a:pt x="3931" y="2132"/>
                    <a:pt x="3839" y="2198"/>
                  </a:cubicBezTo>
                  <a:lnTo>
                    <a:pt x="3693" y="2304"/>
                  </a:lnTo>
                  <a:cubicBezTo>
                    <a:pt x="2383" y="3124"/>
                    <a:pt x="848" y="3296"/>
                    <a:pt x="27" y="3310"/>
                  </a:cubicBezTo>
                  <a:cubicBezTo>
                    <a:pt x="14" y="3376"/>
                    <a:pt x="14" y="3429"/>
                    <a:pt x="1" y="3495"/>
                  </a:cubicBezTo>
                  <a:cubicBezTo>
                    <a:pt x="808" y="3468"/>
                    <a:pt x="2449" y="3323"/>
                    <a:pt x="3826" y="2436"/>
                  </a:cubicBezTo>
                  <a:lnTo>
                    <a:pt x="3971" y="2330"/>
                  </a:lnTo>
                  <a:cubicBezTo>
                    <a:pt x="4064" y="2264"/>
                    <a:pt x="4170" y="2198"/>
                    <a:pt x="4262" y="2118"/>
                  </a:cubicBezTo>
                  <a:cubicBezTo>
                    <a:pt x="5480" y="1139"/>
                    <a:pt x="5718" y="345"/>
                    <a:pt x="5771" y="93"/>
                  </a:cubicBezTo>
                  <a:cubicBezTo>
                    <a:pt x="5784" y="54"/>
                    <a:pt x="5784" y="14"/>
                    <a:pt x="5784" y="14"/>
                  </a:cubicBezTo>
                  <a:lnTo>
                    <a:pt x="5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7"/>
            <p:cNvSpPr/>
            <p:nvPr/>
          </p:nvSpPr>
          <p:spPr>
            <a:xfrm>
              <a:off x="3877863" y="3164127"/>
              <a:ext cx="979759" cy="198329"/>
            </a:xfrm>
            <a:custGeom>
              <a:avLst/>
              <a:gdLst/>
              <a:ahLst/>
              <a:cxnLst/>
              <a:rect l="l" t="t" r="r" b="b"/>
              <a:pathLst>
                <a:path w="27531" h="5573" extrusionOk="0">
                  <a:moveTo>
                    <a:pt x="27332" y="0"/>
                  </a:moveTo>
                  <a:cubicBezTo>
                    <a:pt x="27332" y="14"/>
                    <a:pt x="27054" y="2356"/>
                    <a:pt x="24777" y="2687"/>
                  </a:cubicBezTo>
                  <a:cubicBezTo>
                    <a:pt x="23533" y="2872"/>
                    <a:pt x="21799" y="3071"/>
                    <a:pt x="20105" y="3269"/>
                  </a:cubicBezTo>
                  <a:cubicBezTo>
                    <a:pt x="18557" y="3455"/>
                    <a:pt x="17101" y="3614"/>
                    <a:pt x="16042" y="3772"/>
                  </a:cubicBezTo>
                  <a:cubicBezTo>
                    <a:pt x="15129" y="3878"/>
                    <a:pt x="14162" y="4249"/>
                    <a:pt x="13223" y="4593"/>
                  </a:cubicBezTo>
                  <a:cubicBezTo>
                    <a:pt x="12111" y="5003"/>
                    <a:pt x="11079" y="5387"/>
                    <a:pt x="10205" y="5387"/>
                  </a:cubicBezTo>
                  <a:cubicBezTo>
                    <a:pt x="9411" y="5387"/>
                    <a:pt x="2423" y="5175"/>
                    <a:pt x="1165" y="4778"/>
                  </a:cubicBezTo>
                  <a:cubicBezTo>
                    <a:pt x="318" y="4514"/>
                    <a:pt x="186" y="3124"/>
                    <a:pt x="186" y="2330"/>
                  </a:cubicBezTo>
                  <a:cubicBezTo>
                    <a:pt x="120" y="2356"/>
                    <a:pt x="67" y="2409"/>
                    <a:pt x="1" y="2449"/>
                  </a:cubicBezTo>
                  <a:cubicBezTo>
                    <a:pt x="14" y="3309"/>
                    <a:pt x="186" y="4659"/>
                    <a:pt x="1112" y="4964"/>
                  </a:cubicBezTo>
                  <a:cubicBezTo>
                    <a:pt x="1232" y="4990"/>
                    <a:pt x="1377" y="5030"/>
                    <a:pt x="1576" y="5056"/>
                  </a:cubicBezTo>
                  <a:cubicBezTo>
                    <a:pt x="1642" y="5069"/>
                    <a:pt x="1695" y="5069"/>
                    <a:pt x="1761" y="5096"/>
                  </a:cubicBezTo>
                  <a:cubicBezTo>
                    <a:pt x="3892" y="5400"/>
                    <a:pt x="9265" y="5546"/>
                    <a:pt x="10126" y="5572"/>
                  </a:cubicBezTo>
                  <a:lnTo>
                    <a:pt x="10232" y="5572"/>
                  </a:lnTo>
                  <a:cubicBezTo>
                    <a:pt x="11145" y="5572"/>
                    <a:pt x="12190" y="5175"/>
                    <a:pt x="13302" y="4765"/>
                  </a:cubicBezTo>
                  <a:cubicBezTo>
                    <a:pt x="14229" y="4408"/>
                    <a:pt x="15195" y="4050"/>
                    <a:pt x="16068" y="3931"/>
                  </a:cubicBezTo>
                  <a:cubicBezTo>
                    <a:pt x="17127" y="3786"/>
                    <a:pt x="18583" y="3614"/>
                    <a:pt x="20145" y="3441"/>
                  </a:cubicBezTo>
                  <a:cubicBezTo>
                    <a:pt x="21826" y="3243"/>
                    <a:pt x="23586" y="3044"/>
                    <a:pt x="24817" y="2859"/>
                  </a:cubicBezTo>
                  <a:cubicBezTo>
                    <a:pt x="25267" y="2793"/>
                    <a:pt x="25651" y="2647"/>
                    <a:pt x="25968" y="2462"/>
                  </a:cubicBezTo>
                  <a:lnTo>
                    <a:pt x="26114" y="2356"/>
                  </a:lnTo>
                  <a:cubicBezTo>
                    <a:pt x="27358" y="1536"/>
                    <a:pt x="27530" y="14"/>
                    <a:pt x="27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7"/>
            <p:cNvSpPr/>
            <p:nvPr/>
          </p:nvSpPr>
          <p:spPr>
            <a:xfrm>
              <a:off x="3867045" y="3419396"/>
              <a:ext cx="453598" cy="70214"/>
            </a:xfrm>
            <a:custGeom>
              <a:avLst/>
              <a:gdLst/>
              <a:ahLst/>
              <a:cxnLst/>
              <a:rect l="l" t="t" r="r" b="b"/>
              <a:pathLst>
                <a:path w="12746" h="1973" extrusionOk="0">
                  <a:moveTo>
                    <a:pt x="146" y="1"/>
                  </a:moveTo>
                  <a:lnTo>
                    <a:pt x="0" y="107"/>
                  </a:lnTo>
                  <a:cubicBezTo>
                    <a:pt x="27" y="146"/>
                    <a:pt x="80" y="186"/>
                    <a:pt x="133" y="239"/>
                  </a:cubicBezTo>
                  <a:lnTo>
                    <a:pt x="212" y="318"/>
                  </a:lnTo>
                  <a:cubicBezTo>
                    <a:pt x="900" y="914"/>
                    <a:pt x="2211" y="1655"/>
                    <a:pt x="4580" y="1907"/>
                  </a:cubicBezTo>
                  <a:cubicBezTo>
                    <a:pt x="5043" y="1960"/>
                    <a:pt x="5506" y="1973"/>
                    <a:pt x="5969" y="1973"/>
                  </a:cubicBezTo>
                  <a:cubicBezTo>
                    <a:pt x="8802" y="1973"/>
                    <a:pt x="11290" y="1126"/>
                    <a:pt x="12481" y="649"/>
                  </a:cubicBezTo>
                  <a:cubicBezTo>
                    <a:pt x="12587" y="610"/>
                    <a:pt x="12666" y="583"/>
                    <a:pt x="12746" y="543"/>
                  </a:cubicBezTo>
                  <a:cubicBezTo>
                    <a:pt x="12653" y="530"/>
                    <a:pt x="12574" y="504"/>
                    <a:pt x="12481" y="464"/>
                  </a:cubicBezTo>
                  <a:cubicBezTo>
                    <a:pt x="12415" y="504"/>
                    <a:pt x="12322" y="530"/>
                    <a:pt x="12243" y="570"/>
                  </a:cubicBezTo>
                  <a:cubicBezTo>
                    <a:pt x="11010" y="1045"/>
                    <a:pt x="8645" y="1791"/>
                    <a:pt x="5976" y="1791"/>
                  </a:cubicBezTo>
                  <a:cubicBezTo>
                    <a:pt x="5522" y="1791"/>
                    <a:pt x="5060" y="1769"/>
                    <a:pt x="4593" y="1721"/>
                  </a:cubicBezTo>
                  <a:cubicBezTo>
                    <a:pt x="2277" y="1470"/>
                    <a:pt x="1006" y="742"/>
                    <a:pt x="344" y="186"/>
                  </a:cubicBezTo>
                  <a:cubicBezTo>
                    <a:pt x="305" y="173"/>
                    <a:pt x="291" y="146"/>
                    <a:pt x="278" y="133"/>
                  </a:cubicBezTo>
                  <a:cubicBezTo>
                    <a:pt x="225" y="80"/>
                    <a:pt x="199" y="40"/>
                    <a:pt x="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7"/>
            <p:cNvSpPr/>
            <p:nvPr/>
          </p:nvSpPr>
          <p:spPr>
            <a:xfrm>
              <a:off x="4970150" y="3166938"/>
              <a:ext cx="97047" cy="489435"/>
            </a:xfrm>
            <a:custGeom>
              <a:avLst/>
              <a:gdLst/>
              <a:ahLst/>
              <a:cxnLst/>
              <a:rect l="l" t="t" r="r" b="b"/>
              <a:pathLst>
                <a:path w="2727" h="13753" extrusionOk="0">
                  <a:moveTo>
                    <a:pt x="146" y="1"/>
                  </a:moveTo>
                  <a:lnTo>
                    <a:pt x="0" y="80"/>
                  </a:lnTo>
                  <a:cubicBezTo>
                    <a:pt x="14" y="93"/>
                    <a:pt x="741" y="1337"/>
                    <a:pt x="1377" y="3667"/>
                  </a:cubicBezTo>
                  <a:cubicBezTo>
                    <a:pt x="1933" y="5771"/>
                    <a:pt x="2555" y="9212"/>
                    <a:pt x="2250" y="13699"/>
                  </a:cubicBezTo>
                  <a:cubicBezTo>
                    <a:pt x="2264" y="13712"/>
                    <a:pt x="2303" y="13712"/>
                    <a:pt x="2316" y="13726"/>
                  </a:cubicBezTo>
                  <a:cubicBezTo>
                    <a:pt x="2330" y="13726"/>
                    <a:pt x="2369" y="13752"/>
                    <a:pt x="2422" y="13752"/>
                  </a:cubicBezTo>
                  <a:cubicBezTo>
                    <a:pt x="2727" y="9199"/>
                    <a:pt x="2118" y="5745"/>
                    <a:pt x="1522" y="3614"/>
                  </a:cubicBezTo>
                  <a:cubicBezTo>
                    <a:pt x="900" y="1271"/>
                    <a:pt x="146" y="14"/>
                    <a:pt x="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7"/>
            <p:cNvSpPr/>
            <p:nvPr/>
          </p:nvSpPr>
          <p:spPr>
            <a:xfrm>
              <a:off x="4192991" y="2916367"/>
              <a:ext cx="821004" cy="260572"/>
            </a:xfrm>
            <a:custGeom>
              <a:avLst/>
              <a:gdLst/>
              <a:ahLst/>
              <a:cxnLst/>
              <a:rect l="l" t="t" r="r" b="b"/>
              <a:pathLst>
                <a:path w="23070" h="7322" extrusionOk="0">
                  <a:moveTo>
                    <a:pt x="17676" y="0"/>
                  </a:moveTo>
                  <a:cubicBezTo>
                    <a:pt x="17266" y="0"/>
                    <a:pt x="16827" y="1"/>
                    <a:pt x="16359" y="1"/>
                  </a:cubicBezTo>
                  <a:cubicBezTo>
                    <a:pt x="11263" y="1"/>
                    <a:pt x="10668" y="40"/>
                    <a:pt x="9503" y="265"/>
                  </a:cubicBezTo>
                  <a:cubicBezTo>
                    <a:pt x="8325" y="503"/>
                    <a:pt x="7597" y="901"/>
                    <a:pt x="5559" y="1986"/>
                  </a:cubicBezTo>
                  <a:cubicBezTo>
                    <a:pt x="3521" y="3071"/>
                    <a:pt x="371" y="5520"/>
                    <a:pt x="185" y="6142"/>
                  </a:cubicBezTo>
                  <a:cubicBezTo>
                    <a:pt x="0" y="6777"/>
                    <a:pt x="2581" y="6870"/>
                    <a:pt x="7597" y="7187"/>
                  </a:cubicBezTo>
                  <a:cubicBezTo>
                    <a:pt x="9114" y="7283"/>
                    <a:pt x="10692" y="7321"/>
                    <a:pt x="12165" y="7321"/>
                  </a:cubicBezTo>
                  <a:cubicBezTo>
                    <a:pt x="15563" y="7321"/>
                    <a:pt x="18397" y="7119"/>
                    <a:pt x="18609" y="6962"/>
                  </a:cubicBezTo>
                  <a:cubicBezTo>
                    <a:pt x="18900" y="6764"/>
                    <a:pt x="22090" y="1906"/>
                    <a:pt x="22910" y="728"/>
                  </a:cubicBezTo>
                  <a:cubicBezTo>
                    <a:pt x="23069" y="530"/>
                    <a:pt x="22950" y="239"/>
                    <a:pt x="22699" y="173"/>
                  </a:cubicBezTo>
                  <a:cubicBezTo>
                    <a:pt x="22050" y="10"/>
                    <a:pt x="20550" y="0"/>
                    <a:pt x="176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7"/>
            <p:cNvSpPr/>
            <p:nvPr/>
          </p:nvSpPr>
          <p:spPr>
            <a:xfrm>
              <a:off x="4234913" y="2933306"/>
              <a:ext cx="735736" cy="230678"/>
            </a:xfrm>
            <a:custGeom>
              <a:avLst/>
              <a:gdLst/>
              <a:ahLst/>
              <a:cxnLst/>
              <a:rect l="l" t="t" r="r" b="b"/>
              <a:pathLst>
                <a:path w="20674" h="6482" extrusionOk="0">
                  <a:moveTo>
                    <a:pt x="14016" y="1"/>
                  </a:moveTo>
                  <a:cubicBezTo>
                    <a:pt x="13037" y="1"/>
                    <a:pt x="12256" y="14"/>
                    <a:pt x="11647" y="14"/>
                  </a:cubicBezTo>
                  <a:cubicBezTo>
                    <a:pt x="9728" y="41"/>
                    <a:pt x="9251" y="94"/>
                    <a:pt x="8484" y="239"/>
                  </a:cubicBezTo>
                  <a:cubicBezTo>
                    <a:pt x="7425" y="438"/>
                    <a:pt x="6776" y="808"/>
                    <a:pt x="4950" y="1761"/>
                  </a:cubicBezTo>
                  <a:cubicBezTo>
                    <a:pt x="3124" y="2727"/>
                    <a:pt x="278" y="4872"/>
                    <a:pt x="119" y="5441"/>
                  </a:cubicBezTo>
                  <a:cubicBezTo>
                    <a:pt x="0" y="5825"/>
                    <a:pt x="1046" y="5983"/>
                    <a:pt x="3163" y="6129"/>
                  </a:cubicBezTo>
                  <a:cubicBezTo>
                    <a:pt x="4129" y="6222"/>
                    <a:pt x="5347" y="6288"/>
                    <a:pt x="6776" y="6367"/>
                  </a:cubicBezTo>
                  <a:cubicBezTo>
                    <a:pt x="6882" y="6367"/>
                    <a:pt x="7001" y="6380"/>
                    <a:pt x="7094" y="6380"/>
                  </a:cubicBezTo>
                  <a:cubicBezTo>
                    <a:pt x="7504" y="6394"/>
                    <a:pt x="7941" y="6420"/>
                    <a:pt x="8365" y="6433"/>
                  </a:cubicBezTo>
                  <a:cubicBezTo>
                    <a:pt x="8669" y="6447"/>
                    <a:pt x="8987" y="6460"/>
                    <a:pt x="9291" y="6460"/>
                  </a:cubicBezTo>
                  <a:cubicBezTo>
                    <a:pt x="9890" y="6475"/>
                    <a:pt x="10483" y="6481"/>
                    <a:pt x="11057" y="6481"/>
                  </a:cubicBezTo>
                  <a:cubicBezTo>
                    <a:pt x="14033" y="6481"/>
                    <a:pt x="16501" y="6302"/>
                    <a:pt x="16690" y="6169"/>
                  </a:cubicBezTo>
                  <a:cubicBezTo>
                    <a:pt x="16941" y="5997"/>
                    <a:pt x="19813" y="1722"/>
                    <a:pt x="20541" y="676"/>
                  </a:cubicBezTo>
                  <a:cubicBezTo>
                    <a:pt x="20674" y="477"/>
                    <a:pt x="20581" y="226"/>
                    <a:pt x="20382" y="147"/>
                  </a:cubicBezTo>
                  <a:cubicBezTo>
                    <a:pt x="19800" y="1"/>
                    <a:pt x="18476" y="1"/>
                    <a:pt x="159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7"/>
            <p:cNvSpPr/>
            <p:nvPr/>
          </p:nvSpPr>
          <p:spPr>
            <a:xfrm>
              <a:off x="4346515" y="2934267"/>
              <a:ext cx="386267" cy="226123"/>
            </a:xfrm>
            <a:custGeom>
              <a:avLst/>
              <a:gdLst/>
              <a:ahLst/>
              <a:cxnLst/>
              <a:rect l="l" t="t" r="r" b="b"/>
              <a:pathLst>
                <a:path w="10854" h="6354" extrusionOk="0">
                  <a:moveTo>
                    <a:pt x="8498" y="0"/>
                  </a:moveTo>
                  <a:cubicBezTo>
                    <a:pt x="5811" y="1615"/>
                    <a:pt x="2079" y="4487"/>
                    <a:pt x="1" y="6102"/>
                  </a:cubicBezTo>
                  <a:cubicBezTo>
                    <a:pt x="980" y="6181"/>
                    <a:pt x="2185" y="6248"/>
                    <a:pt x="3627" y="6340"/>
                  </a:cubicBezTo>
                  <a:cubicBezTo>
                    <a:pt x="3733" y="6340"/>
                    <a:pt x="3839" y="6353"/>
                    <a:pt x="3945" y="6353"/>
                  </a:cubicBezTo>
                  <a:cubicBezTo>
                    <a:pt x="5718" y="4077"/>
                    <a:pt x="8908" y="1496"/>
                    <a:pt x="108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7"/>
            <p:cNvSpPr/>
            <p:nvPr/>
          </p:nvSpPr>
          <p:spPr>
            <a:xfrm>
              <a:off x="4532104" y="2934267"/>
              <a:ext cx="269931" cy="229895"/>
            </a:xfrm>
            <a:custGeom>
              <a:avLst/>
              <a:gdLst/>
              <a:ahLst/>
              <a:cxnLst/>
              <a:rect l="l" t="t" r="r" b="b"/>
              <a:pathLst>
                <a:path w="7585" h="6460" extrusionOk="0">
                  <a:moveTo>
                    <a:pt x="6909" y="0"/>
                  </a:moveTo>
                  <a:cubicBezTo>
                    <a:pt x="4725" y="1787"/>
                    <a:pt x="1642" y="4805"/>
                    <a:pt x="0" y="6420"/>
                  </a:cubicBezTo>
                  <a:cubicBezTo>
                    <a:pt x="305" y="6433"/>
                    <a:pt x="609" y="6459"/>
                    <a:pt x="927" y="6459"/>
                  </a:cubicBezTo>
                  <a:cubicBezTo>
                    <a:pt x="2462" y="4884"/>
                    <a:pt x="5811" y="1695"/>
                    <a:pt x="75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7"/>
            <p:cNvSpPr/>
            <p:nvPr/>
          </p:nvSpPr>
          <p:spPr>
            <a:xfrm>
              <a:off x="4943780" y="2917114"/>
              <a:ext cx="365519" cy="258365"/>
            </a:xfrm>
            <a:custGeom>
              <a:avLst/>
              <a:gdLst/>
              <a:ahLst/>
              <a:cxnLst/>
              <a:rect l="l" t="t" r="r" b="b"/>
              <a:pathLst>
                <a:path w="10271" h="7260" extrusionOk="0">
                  <a:moveTo>
                    <a:pt x="9498" y="0"/>
                  </a:moveTo>
                  <a:cubicBezTo>
                    <a:pt x="9374" y="0"/>
                    <a:pt x="9252" y="2"/>
                    <a:pt x="9132" y="6"/>
                  </a:cubicBezTo>
                  <a:lnTo>
                    <a:pt x="8934" y="6"/>
                  </a:lnTo>
                  <a:cubicBezTo>
                    <a:pt x="6896" y="32"/>
                    <a:pt x="5374" y="257"/>
                    <a:pt x="5109" y="390"/>
                  </a:cubicBezTo>
                  <a:cubicBezTo>
                    <a:pt x="4738" y="562"/>
                    <a:pt x="3177" y="1647"/>
                    <a:pt x="1906" y="3235"/>
                  </a:cubicBezTo>
                  <a:cubicBezTo>
                    <a:pt x="649" y="4824"/>
                    <a:pt x="0" y="7021"/>
                    <a:pt x="0" y="7021"/>
                  </a:cubicBezTo>
                  <a:cubicBezTo>
                    <a:pt x="16" y="7188"/>
                    <a:pt x="280" y="7259"/>
                    <a:pt x="830" y="7259"/>
                  </a:cubicBezTo>
                  <a:cubicBezTo>
                    <a:pt x="2066" y="7259"/>
                    <a:pt x="4754" y="6896"/>
                    <a:pt x="9344" y="6438"/>
                  </a:cubicBezTo>
                  <a:cubicBezTo>
                    <a:pt x="9662" y="6412"/>
                    <a:pt x="9980" y="6372"/>
                    <a:pt x="10271" y="6332"/>
                  </a:cubicBezTo>
                  <a:lnTo>
                    <a:pt x="10271" y="6"/>
                  </a:lnTo>
                  <a:cubicBezTo>
                    <a:pt x="10006" y="6"/>
                    <a:pt x="9747" y="0"/>
                    <a:pt x="9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7"/>
            <p:cNvSpPr/>
            <p:nvPr/>
          </p:nvSpPr>
          <p:spPr>
            <a:xfrm>
              <a:off x="4967802" y="2936153"/>
              <a:ext cx="341960" cy="221532"/>
            </a:xfrm>
            <a:custGeom>
              <a:avLst/>
              <a:gdLst/>
              <a:ahLst/>
              <a:cxnLst/>
              <a:rect l="l" t="t" r="r" b="b"/>
              <a:pathLst>
                <a:path w="9609" h="6225" extrusionOk="0">
                  <a:moveTo>
                    <a:pt x="8537" y="0"/>
                  </a:moveTo>
                  <a:cubicBezTo>
                    <a:pt x="8153" y="0"/>
                    <a:pt x="7796" y="14"/>
                    <a:pt x="7465" y="27"/>
                  </a:cubicBezTo>
                  <a:lnTo>
                    <a:pt x="7385" y="27"/>
                  </a:lnTo>
                  <a:cubicBezTo>
                    <a:pt x="7028" y="53"/>
                    <a:pt x="6697" y="67"/>
                    <a:pt x="6419" y="93"/>
                  </a:cubicBezTo>
                  <a:cubicBezTo>
                    <a:pt x="6260" y="120"/>
                    <a:pt x="6088" y="133"/>
                    <a:pt x="5943" y="146"/>
                  </a:cubicBezTo>
                  <a:cubicBezTo>
                    <a:pt x="5307" y="212"/>
                    <a:pt x="4897" y="278"/>
                    <a:pt x="4765" y="345"/>
                  </a:cubicBezTo>
                  <a:cubicBezTo>
                    <a:pt x="4434" y="490"/>
                    <a:pt x="2952" y="1417"/>
                    <a:pt x="1774" y="2780"/>
                  </a:cubicBezTo>
                  <a:cubicBezTo>
                    <a:pt x="596" y="4117"/>
                    <a:pt x="0" y="6022"/>
                    <a:pt x="0" y="6022"/>
                  </a:cubicBezTo>
                  <a:cubicBezTo>
                    <a:pt x="8" y="6161"/>
                    <a:pt x="274" y="6225"/>
                    <a:pt x="825" y="6225"/>
                  </a:cubicBezTo>
                  <a:cubicBezTo>
                    <a:pt x="1166" y="6225"/>
                    <a:pt x="1617" y="6200"/>
                    <a:pt x="2184" y="6155"/>
                  </a:cubicBezTo>
                  <a:cubicBezTo>
                    <a:pt x="2369" y="6128"/>
                    <a:pt x="2555" y="6115"/>
                    <a:pt x="2753" y="6102"/>
                  </a:cubicBezTo>
                  <a:cubicBezTo>
                    <a:pt x="3057" y="6075"/>
                    <a:pt x="3388" y="6036"/>
                    <a:pt x="3759" y="5996"/>
                  </a:cubicBezTo>
                  <a:cubicBezTo>
                    <a:pt x="4103" y="5970"/>
                    <a:pt x="4474" y="5943"/>
                    <a:pt x="4871" y="5890"/>
                  </a:cubicBezTo>
                  <a:cubicBezTo>
                    <a:pt x="5903" y="5784"/>
                    <a:pt x="7134" y="5652"/>
                    <a:pt x="8550" y="5520"/>
                  </a:cubicBezTo>
                  <a:cubicBezTo>
                    <a:pt x="8616" y="5520"/>
                    <a:pt x="8669" y="5506"/>
                    <a:pt x="8735" y="5506"/>
                  </a:cubicBezTo>
                  <a:cubicBezTo>
                    <a:pt x="9040" y="5467"/>
                    <a:pt x="9331" y="5453"/>
                    <a:pt x="9609" y="5427"/>
                  </a:cubicBezTo>
                  <a:lnTo>
                    <a:pt x="96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7"/>
            <p:cNvSpPr/>
            <p:nvPr/>
          </p:nvSpPr>
          <p:spPr>
            <a:xfrm>
              <a:off x="5101540" y="2936153"/>
              <a:ext cx="170571" cy="212920"/>
            </a:xfrm>
            <a:custGeom>
              <a:avLst/>
              <a:gdLst/>
              <a:ahLst/>
              <a:cxnLst/>
              <a:rect l="l" t="t" r="r" b="b"/>
              <a:pathLst>
                <a:path w="4793" h="5983" extrusionOk="0">
                  <a:moveTo>
                    <a:pt x="4792" y="0"/>
                  </a:moveTo>
                  <a:cubicBezTo>
                    <a:pt x="4422" y="0"/>
                    <a:pt x="4051" y="14"/>
                    <a:pt x="3707" y="27"/>
                  </a:cubicBezTo>
                  <a:cubicBezTo>
                    <a:pt x="2741" y="1575"/>
                    <a:pt x="1060" y="4289"/>
                    <a:pt x="1" y="5983"/>
                  </a:cubicBezTo>
                  <a:cubicBezTo>
                    <a:pt x="345" y="5956"/>
                    <a:pt x="716" y="5903"/>
                    <a:pt x="1113" y="5877"/>
                  </a:cubicBezTo>
                  <a:lnTo>
                    <a:pt x="47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7"/>
            <p:cNvSpPr/>
            <p:nvPr/>
          </p:nvSpPr>
          <p:spPr>
            <a:xfrm>
              <a:off x="5045489" y="2938965"/>
              <a:ext cx="150784" cy="214842"/>
            </a:xfrm>
            <a:custGeom>
              <a:avLst/>
              <a:gdLst/>
              <a:ahLst/>
              <a:cxnLst/>
              <a:rect l="l" t="t" r="r" b="b"/>
              <a:pathLst>
                <a:path w="4237" h="6037" extrusionOk="0">
                  <a:moveTo>
                    <a:pt x="4236" y="1"/>
                  </a:moveTo>
                  <a:lnTo>
                    <a:pt x="4236" y="1"/>
                  </a:lnTo>
                  <a:cubicBezTo>
                    <a:pt x="4077" y="14"/>
                    <a:pt x="3905" y="41"/>
                    <a:pt x="3760" y="54"/>
                  </a:cubicBezTo>
                  <a:lnTo>
                    <a:pt x="1" y="6036"/>
                  </a:lnTo>
                  <a:cubicBezTo>
                    <a:pt x="186" y="6023"/>
                    <a:pt x="358" y="6010"/>
                    <a:pt x="557" y="5996"/>
                  </a:cubicBezTo>
                  <a:lnTo>
                    <a:pt x="42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7"/>
            <p:cNvSpPr/>
            <p:nvPr/>
          </p:nvSpPr>
          <p:spPr>
            <a:xfrm>
              <a:off x="5230615" y="2935691"/>
              <a:ext cx="78684" cy="195980"/>
            </a:xfrm>
            <a:custGeom>
              <a:avLst/>
              <a:gdLst/>
              <a:ahLst/>
              <a:cxnLst/>
              <a:rect l="l" t="t" r="r" b="b"/>
              <a:pathLst>
                <a:path w="2211" h="5507" extrusionOk="0">
                  <a:moveTo>
                    <a:pt x="1867" y="0"/>
                  </a:moveTo>
                  <a:cubicBezTo>
                    <a:pt x="1192" y="0"/>
                    <a:pt x="556" y="13"/>
                    <a:pt x="0" y="27"/>
                  </a:cubicBezTo>
                  <a:cubicBezTo>
                    <a:pt x="239" y="556"/>
                    <a:pt x="1139" y="2727"/>
                    <a:pt x="1152" y="5506"/>
                  </a:cubicBezTo>
                  <a:cubicBezTo>
                    <a:pt x="1218" y="5506"/>
                    <a:pt x="1271" y="5480"/>
                    <a:pt x="1337" y="5480"/>
                  </a:cubicBezTo>
                  <a:cubicBezTo>
                    <a:pt x="1628" y="5453"/>
                    <a:pt x="1933" y="5440"/>
                    <a:pt x="2211" y="5400"/>
                  </a:cubicBezTo>
                  <a:lnTo>
                    <a:pt x="2211" y="702"/>
                  </a:lnTo>
                  <a:cubicBezTo>
                    <a:pt x="2118" y="424"/>
                    <a:pt x="1999" y="172"/>
                    <a:pt x="1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7"/>
            <p:cNvSpPr/>
            <p:nvPr/>
          </p:nvSpPr>
          <p:spPr>
            <a:xfrm>
              <a:off x="3766724" y="3615839"/>
              <a:ext cx="609970" cy="90855"/>
            </a:xfrm>
            <a:custGeom>
              <a:avLst/>
              <a:gdLst/>
              <a:ahLst/>
              <a:cxnLst/>
              <a:rect l="l" t="t" r="r" b="b"/>
              <a:pathLst>
                <a:path w="17140" h="2553" extrusionOk="0">
                  <a:moveTo>
                    <a:pt x="5614" y="0"/>
                  </a:moveTo>
                  <a:cubicBezTo>
                    <a:pt x="724" y="0"/>
                    <a:pt x="0" y="834"/>
                    <a:pt x="0" y="834"/>
                  </a:cubicBezTo>
                  <a:cubicBezTo>
                    <a:pt x="3798" y="2388"/>
                    <a:pt x="12260" y="2553"/>
                    <a:pt x="15672" y="2553"/>
                  </a:cubicBezTo>
                  <a:cubicBezTo>
                    <a:pt x="16588" y="2553"/>
                    <a:pt x="17140" y="2541"/>
                    <a:pt x="17140" y="2541"/>
                  </a:cubicBezTo>
                  <a:cubicBezTo>
                    <a:pt x="17140" y="2541"/>
                    <a:pt x="13487" y="225"/>
                    <a:pt x="7187" y="26"/>
                  </a:cubicBezTo>
                  <a:cubicBezTo>
                    <a:pt x="6620" y="9"/>
                    <a:pt x="6097" y="0"/>
                    <a:pt x="56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7"/>
            <p:cNvSpPr/>
            <p:nvPr/>
          </p:nvSpPr>
          <p:spPr>
            <a:xfrm>
              <a:off x="3724303" y="3321175"/>
              <a:ext cx="1585459" cy="417619"/>
            </a:xfrm>
            <a:custGeom>
              <a:avLst/>
              <a:gdLst/>
              <a:ahLst/>
              <a:cxnLst/>
              <a:rect l="l" t="t" r="r" b="b"/>
              <a:pathLst>
                <a:path w="44551" h="11735" extrusionOk="0">
                  <a:moveTo>
                    <a:pt x="32839" y="0"/>
                  </a:moveTo>
                  <a:cubicBezTo>
                    <a:pt x="32438" y="0"/>
                    <a:pt x="31994" y="60"/>
                    <a:pt x="31501" y="193"/>
                  </a:cubicBezTo>
                  <a:cubicBezTo>
                    <a:pt x="27239" y="1358"/>
                    <a:pt x="25942" y="10093"/>
                    <a:pt x="25466" y="10437"/>
                  </a:cubicBezTo>
                  <a:cubicBezTo>
                    <a:pt x="25120" y="10687"/>
                    <a:pt x="23559" y="10860"/>
                    <a:pt x="21539" y="10860"/>
                  </a:cubicBezTo>
                  <a:cubicBezTo>
                    <a:pt x="20777" y="10860"/>
                    <a:pt x="19951" y="10836"/>
                    <a:pt x="19099" y="10781"/>
                  </a:cubicBezTo>
                  <a:cubicBezTo>
                    <a:pt x="15989" y="10583"/>
                    <a:pt x="5414" y="10106"/>
                    <a:pt x="3310" y="9564"/>
                  </a:cubicBezTo>
                  <a:cubicBezTo>
                    <a:pt x="1894" y="9193"/>
                    <a:pt x="649" y="8598"/>
                    <a:pt x="1" y="8267"/>
                  </a:cubicBezTo>
                  <a:lnTo>
                    <a:pt x="1" y="8267"/>
                  </a:lnTo>
                  <a:cubicBezTo>
                    <a:pt x="1" y="8571"/>
                    <a:pt x="14" y="8862"/>
                    <a:pt x="14" y="9180"/>
                  </a:cubicBezTo>
                  <a:cubicBezTo>
                    <a:pt x="2671" y="11151"/>
                    <a:pt x="12321" y="11464"/>
                    <a:pt x="18617" y="11464"/>
                  </a:cubicBezTo>
                  <a:cubicBezTo>
                    <a:pt x="20948" y="11464"/>
                    <a:pt x="22819" y="11421"/>
                    <a:pt x="23705" y="11403"/>
                  </a:cubicBezTo>
                  <a:cubicBezTo>
                    <a:pt x="26617" y="10980"/>
                    <a:pt x="26286" y="11734"/>
                    <a:pt x="27173" y="8068"/>
                  </a:cubicBezTo>
                  <a:cubicBezTo>
                    <a:pt x="28047" y="4415"/>
                    <a:pt x="29463" y="1027"/>
                    <a:pt x="32308" y="828"/>
                  </a:cubicBezTo>
                  <a:cubicBezTo>
                    <a:pt x="32415" y="821"/>
                    <a:pt x="32519" y="817"/>
                    <a:pt x="32620" y="817"/>
                  </a:cubicBezTo>
                  <a:cubicBezTo>
                    <a:pt x="37061" y="817"/>
                    <a:pt x="35654" y="8356"/>
                    <a:pt x="37258" y="9392"/>
                  </a:cubicBezTo>
                  <a:cubicBezTo>
                    <a:pt x="37272" y="9418"/>
                    <a:pt x="37311" y="9431"/>
                    <a:pt x="37324" y="9431"/>
                  </a:cubicBezTo>
                  <a:lnTo>
                    <a:pt x="37364" y="9431"/>
                  </a:lnTo>
                  <a:cubicBezTo>
                    <a:pt x="37377" y="9431"/>
                    <a:pt x="37391" y="9431"/>
                    <a:pt x="37404" y="9445"/>
                  </a:cubicBezTo>
                  <a:lnTo>
                    <a:pt x="37444" y="9445"/>
                  </a:lnTo>
                  <a:cubicBezTo>
                    <a:pt x="37493" y="9449"/>
                    <a:pt x="37557" y="9452"/>
                    <a:pt x="37635" y="9452"/>
                  </a:cubicBezTo>
                  <a:cubicBezTo>
                    <a:pt x="38604" y="9452"/>
                    <a:pt x="41646" y="9080"/>
                    <a:pt x="44551" y="8650"/>
                  </a:cubicBezTo>
                  <a:lnTo>
                    <a:pt x="44551" y="8042"/>
                  </a:lnTo>
                  <a:lnTo>
                    <a:pt x="44538" y="8042"/>
                  </a:lnTo>
                  <a:cubicBezTo>
                    <a:pt x="41896" y="8452"/>
                    <a:pt x="39048" y="8813"/>
                    <a:pt x="38009" y="8813"/>
                  </a:cubicBezTo>
                  <a:cubicBezTo>
                    <a:pt x="37841" y="8813"/>
                    <a:pt x="37720" y="8803"/>
                    <a:pt x="37655" y="8783"/>
                  </a:cubicBezTo>
                  <a:cubicBezTo>
                    <a:pt x="37589" y="8770"/>
                    <a:pt x="37523" y="8730"/>
                    <a:pt x="37470" y="8690"/>
                  </a:cubicBezTo>
                  <a:cubicBezTo>
                    <a:pt x="37404" y="8637"/>
                    <a:pt x="37351" y="8584"/>
                    <a:pt x="37311" y="8518"/>
                  </a:cubicBezTo>
                  <a:cubicBezTo>
                    <a:pt x="36742" y="7790"/>
                    <a:pt x="36636" y="5871"/>
                    <a:pt x="36517" y="4733"/>
                  </a:cubicBezTo>
                  <a:cubicBezTo>
                    <a:pt x="36400" y="3527"/>
                    <a:pt x="35910" y="0"/>
                    <a:pt x="328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7"/>
            <p:cNvSpPr/>
            <p:nvPr/>
          </p:nvSpPr>
          <p:spPr>
            <a:xfrm>
              <a:off x="5226843" y="3197294"/>
              <a:ext cx="68328" cy="33808"/>
            </a:xfrm>
            <a:custGeom>
              <a:avLst/>
              <a:gdLst/>
              <a:ahLst/>
              <a:cxnLst/>
              <a:rect l="l" t="t" r="r" b="b"/>
              <a:pathLst>
                <a:path w="1920" h="950" extrusionOk="0">
                  <a:moveTo>
                    <a:pt x="1183" y="1"/>
                  </a:moveTo>
                  <a:cubicBezTo>
                    <a:pt x="1097" y="1"/>
                    <a:pt x="1006" y="8"/>
                    <a:pt x="914" y="21"/>
                  </a:cubicBezTo>
                  <a:cubicBezTo>
                    <a:pt x="543" y="74"/>
                    <a:pt x="226" y="207"/>
                    <a:pt x="93" y="365"/>
                  </a:cubicBezTo>
                  <a:cubicBezTo>
                    <a:pt x="40" y="458"/>
                    <a:pt x="1" y="524"/>
                    <a:pt x="14" y="604"/>
                  </a:cubicBezTo>
                  <a:cubicBezTo>
                    <a:pt x="40" y="657"/>
                    <a:pt x="53" y="696"/>
                    <a:pt x="80" y="736"/>
                  </a:cubicBezTo>
                  <a:cubicBezTo>
                    <a:pt x="208" y="864"/>
                    <a:pt x="475" y="949"/>
                    <a:pt x="796" y="949"/>
                  </a:cubicBezTo>
                  <a:cubicBezTo>
                    <a:pt x="872" y="949"/>
                    <a:pt x="952" y="945"/>
                    <a:pt x="1033" y="934"/>
                  </a:cubicBezTo>
                  <a:cubicBezTo>
                    <a:pt x="1456" y="882"/>
                    <a:pt x="1787" y="696"/>
                    <a:pt x="1893" y="498"/>
                  </a:cubicBezTo>
                  <a:cubicBezTo>
                    <a:pt x="1920" y="458"/>
                    <a:pt x="1920" y="405"/>
                    <a:pt x="1920" y="352"/>
                  </a:cubicBezTo>
                  <a:cubicBezTo>
                    <a:pt x="1920" y="286"/>
                    <a:pt x="1867" y="220"/>
                    <a:pt x="1774" y="154"/>
                  </a:cubicBezTo>
                  <a:cubicBezTo>
                    <a:pt x="1646" y="55"/>
                    <a:pt x="1431" y="1"/>
                    <a:pt x="11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7"/>
            <p:cNvSpPr/>
            <p:nvPr/>
          </p:nvSpPr>
          <p:spPr>
            <a:xfrm>
              <a:off x="5226843" y="3203202"/>
              <a:ext cx="68328" cy="20783"/>
            </a:xfrm>
            <a:custGeom>
              <a:avLst/>
              <a:gdLst/>
              <a:ahLst/>
              <a:cxnLst/>
              <a:rect l="l" t="t" r="r" b="b"/>
              <a:pathLst>
                <a:path w="1920" h="584" extrusionOk="0">
                  <a:moveTo>
                    <a:pt x="1774" y="1"/>
                  </a:moveTo>
                  <a:lnTo>
                    <a:pt x="106" y="226"/>
                  </a:lnTo>
                  <a:cubicBezTo>
                    <a:pt x="40" y="305"/>
                    <a:pt x="1" y="371"/>
                    <a:pt x="14" y="451"/>
                  </a:cubicBezTo>
                  <a:cubicBezTo>
                    <a:pt x="40" y="504"/>
                    <a:pt x="53" y="557"/>
                    <a:pt x="80" y="583"/>
                  </a:cubicBezTo>
                  <a:lnTo>
                    <a:pt x="1893" y="332"/>
                  </a:lnTo>
                  <a:cubicBezTo>
                    <a:pt x="1920" y="292"/>
                    <a:pt x="1920" y="239"/>
                    <a:pt x="1920" y="186"/>
                  </a:cubicBezTo>
                  <a:cubicBezTo>
                    <a:pt x="1920" y="120"/>
                    <a:pt x="1867" y="54"/>
                    <a:pt x="17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7"/>
            <p:cNvSpPr/>
            <p:nvPr/>
          </p:nvSpPr>
          <p:spPr>
            <a:xfrm>
              <a:off x="4319220" y="3308256"/>
              <a:ext cx="386267" cy="108364"/>
            </a:xfrm>
            <a:custGeom>
              <a:avLst/>
              <a:gdLst/>
              <a:ahLst/>
              <a:cxnLst/>
              <a:rect l="l" t="t" r="r" b="b"/>
              <a:pathLst>
                <a:path w="10854" h="3045" extrusionOk="0">
                  <a:moveTo>
                    <a:pt x="10853" y="0"/>
                  </a:moveTo>
                  <a:cubicBezTo>
                    <a:pt x="10853" y="0"/>
                    <a:pt x="3534" y="1006"/>
                    <a:pt x="2515" y="1350"/>
                  </a:cubicBezTo>
                  <a:cubicBezTo>
                    <a:pt x="1496" y="1681"/>
                    <a:pt x="0" y="1906"/>
                    <a:pt x="0" y="2237"/>
                  </a:cubicBezTo>
                  <a:cubicBezTo>
                    <a:pt x="0" y="2568"/>
                    <a:pt x="2091" y="3044"/>
                    <a:pt x="2091" y="3044"/>
                  </a:cubicBezTo>
                  <a:cubicBezTo>
                    <a:pt x="2091" y="3044"/>
                    <a:pt x="940" y="2105"/>
                    <a:pt x="3190" y="1549"/>
                  </a:cubicBezTo>
                  <a:cubicBezTo>
                    <a:pt x="5427" y="1006"/>
                    <a:pt x="10165" y="874"/>
                    <a:pt x="108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7"/>
            <p:cNvSpPr/>
            <p:nvPr/>
          </p:nvSpPr>
          <p:spPr>
            <a:xfrm>
              <a:off x="3809108" y="3293630"/>
              <a:ext cx="71139" cy="108400"/>
            </a:xfrm>
            <a:custGeom>
              <a:avLst/>
              <a:gdLst/>
              <a:ahLst/>
              <a:cxnLst/>
              <a:rect l="l" t="t" r="r" b="b"/>
              <a:pathLst>
                <a:path w="1999" h="3046" extrusionOk="0">
                  <a:moveTo>
                    <a:pt x="371" y="1"/>
                  </a:moveTo>
                  <a:cubicBezTo>
                    <a:pt x="225" y="133"/>
                    <a:pt x="119" y="239"/>
                    <a:pt x="0" y="372"/>
                  </a:cubicBezTo>
                  <a:cubicBezTo>
                    <a:pt x="252" y="954"/>
                    <a:pt x="556" y="1430"/>
                    <a:pt x="847" y="1748"/>
                  </a:cubicBezTo>
                  <a:cubicBezTo>
                    <a:pt x="1390" y="2357"/>
                    <a:pt x="93" y="3045"/>
                    <a:pt x="93" y="3045"/>
                  </a:cubicBezTo>
                  <a:cubicBezTo>
                    <a:pt x="914" y="2780"/>
                    <a:pt x="1999" y="1894"/>
                    <a:pt x="1390" y="1470"/>
                  </a:cubicBezTo>
                  <a:cubicBezTo>
                    <a:pt x="1125" y="1285"/>
                    <a:pt x="715" y="636"/>
                    <a:pt x="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7"/>
            <p:cNvSpPr/>
            <p:nvPr/>
          </p:nvSpPr>
          <p:spPr>
            <a:xfrm>
              <a:off x="3928753" y="3228647"/>
              <a:ext cx="571820" cy="82172"/>
            </a:xfrm>
            <a:custGeom>
              <a:avLst/>
              <a:gdLst/>
              <a:ahLst/>
              <a:cxnLst/>
              <a:rect l="l" t="t" r="r" b="b"/>
              <a:pathLst>
                <a:path w="16068" h="2309" extrusionOk="0">
                  <a:moveTo>
                    <a:pt x="1284" y="1"/>
                  </a:moveTo>
                  <a:cubicBezTo>
                    <a:pt x="1284" y="1"/>
                    <a:pt x="0" y="1364"/>
                    <a:pt x="2779" y="2039"/>
                  </a:cubicBezTo>
                  <a:cubicBezTo>
                    <a:pt x="3570" y="2231"/>
                    <a:pt x="4591" y="2308"/>
                    <a:pt x="5684" y="2308"/>
                  </a:cubicBezTo>
                  <a:cubicBezTo>
                    <a:pt x="8434" y="2308"/>
                    <a:pt x="11643" y="1818"/>
                    <a:pt x="12799" y="1430"/>
                  </a:cubicBezTo>
                  <a:cubicBezTo>
                    <a:pt x="14427" y="874"/>
                    <a:pt x="16068" y="676"/>
                    <a:pt x="16068" y="676"/>
                  </a:cubicBezTo>
                  <a:cubicBezTo>
                    <a:pt x="16068" y="676"/>
                    <a:pt x="15334" y="424"/>
                    <a:pt x="14073" y="424"/>
                  </a:cubicBezTo>
                  <a:cubicBezTo>
                    <a:pt x="13375" y="424"/>
                    <a:pt x="12515" y="501"/>
                    <a:pt x="11528" y="742"/>
                  </a:cubicBezTo>
                  <a:cubicBezTo>
                    <a:pt x="10006" y="1117"/>
                    <a:pt x="7180" y="1708"/>
                    <a:pt x="4880" y="1708"/>
                  </a:cubicBezTo>
                  <a:cubicBezTo>
                    <a:pt x="2958" y="1708"/>
                    <a:pt x="1404" y="1296"/>
                    <a:pt x="1284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7"/>
            <p:cNvSpPr/>
            <p:nvPr/>
          </p:nvSpPr>
          <p:spPr>
            <a:xfrm>
              <a:off x="3723841" y="3478756"/>
              <a:ext cx="57509" cy="97545"/>
            </a:xfrm>
            <a:custGeom>
              <a:avLst/>
              <a:gdLst/>
              <a:ahLst/>
              <a:cxnLst/>
              <a:rect l="l" t="t" r="r" b="b"/>
              <a:pathLst>
                <a:path w="1616" h="2741" extrusionOk="0">
                  <a:moveTo>
                    <a:pt x="239" y="0"/>
                  </a:moveTo>
                  <a:cubicBezTo>
                    <a:pt x="212" y="172"/>
                    <a:pt x="173" y="331"/>
                    <a:pt x="160" y="517"/>
                  </a:cubicBezTo>
                  <a:cubicBezTo>
                    <a:pt x="80" y="1192"/>
                    <a:pt x="14" y="1920"/>
                    <a:pt x="1" y="2740"/>
                  </a:cubicBezTo>
                  <a:cubicBezTo>
                    <a:pt x="332" y="2542"/>
                    <a:pt x="715" y="2290"/>
                    <a:pt x="1020" y="2012"/>
                  </a:cubicBezTo>
                  <a:cubicBezTo>
                    <a:pt x="1377" y="1708"/>
                    <a:pt x="1615" y="1390"/>
                    <a:pt x="1615" y="1099"/>
                  </a:cubicBezTo>
                  <a:cubicBezTo>
                    <a:pt x="1615" y="503"/>
                    <a:pt x="795" y="159"/>
                    <a:pt x="2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7"/>
            <p:cNvSpPr/>
            <p:nvPr/>
          </p:nvSpPr>
          <p:spPr>
            <a:xfrm>
              <a:off x="5028158" y="3091564"/>
              <a:ext cx="203418" cy="107012"/>
            </a:xfrm>
            <a:custGeom>
              <a:avLst/>
              <a:gdLst/>
              <a:ahLst/>
              <a:cxnLst/>
              <a:rect l="l" t="t" r="r" b="b"/>
              <a:pathLst>
                <a:path w="5716" h="3007" extrusionOk="0">
                  <a:moveTo>
                    <a:pt x="2353" y="1"/>
                  </a:moveTo>
                  <a:cubicBezTo>
                    <a:pt x="877" y="1"/>
                    <a:pt x="1" y="241"/>
                    <a:pt x="91" y="795"/>
                  </a:cubicBezTo>
                  <a:cubicBezTo>
                    <a:pt x="91" y="795"/>
                    <a:pt x="713" y="2397"/>
                    <a:pt x="1229" y="2754"/>
                  </a:cubicBezTo>
                  <a:cubicBezTo>
                    <a:pt x="1464" y="2923"/>
                    <a:pt x="2189" y="3006"/>
                    <a:pt x="2950" y="3006"/>
                  </a:cubicBezTo>
                  <a:cubicBezTo>
                    <a:pt x="3861" y="3006"/>
                    <a:pt x="4823" y="2886"/>
                    <a:pt x="5054" y="2648"/>
                  </a:cubicBezTo>
                  <a:cubicBezTo>
                    <a:pt x="5491" y="2198"/>
                    <a:pt x="5716" y="1589"/>
                    <a:pt x="5345" y="914"/>
                  </a:cubicBezTo>
                  <a:cubicBezTo>
                    <a:pt x="4988" y="226"/>
                    <a:pt x="3995" y="14"/>
                    <a:pt x="2473" y="1"/>
                  </a:cubicBezTo>
                  <a:cubicBezTo>
                    <a:pt x="2433" y="1"/>
                    <a:pt x="2393" y="1"/>
                    <a:pt x="23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7"/>
            <p:cNvSpPr/>
            <p:nvPr/>
          </p:nvSpPr>
          <p:spPr>
            <a:xfrm>
              <a:off x="5040365" y="3099002"/>
              <a:ext cx="117261" cy="55730"/>
            </a:xfrm>
            <a:custGeom>
              <a:avLst/>
              <a:gdLst/>
              <a:ahLst/>
              <a:cxnLst/>
              <a:rect l="l" t="t" r="r" b="b"/>
              <a:pathLst>
                <a:path w="3295" h="1566" extrusionOk="0">
                  <a:moveTo>
                    <a:pt x="1357" y="1"/>
                  </a:moveTo>
                  <a:cubicBezTo>
                    <a:pt x="572" y="1"/>
                    <a:pt x="0" y="323"/>
                    <a:pt x="714" y="1566"/>
                  </a:cubicBezTo>
                  <a:cubicBezTo>
                    <a:pt x="714" y="1566"/>
                    <a:pt x="317" y="666"/>
                    <a:pt x="1323" y="507"/>
                  </a:cubicBezTo>
                  <a:cubicBezTo>
                    <a:pt x="2011" y="389"/>
                    <a:pt x="2681" y="370"/>
                    <a:pt x="3035" y="370"/>
                  </a:cubicBezTo>
                  <a:cubicBezTo>
                    <a:pt x="3199" y="370"/>
                    <a:pt x="3295" y="374"/>
                    <a:pt x="3295" y="374"/>
                  </a:cubicBezTo>
                  <a:cubicBezTo>
                    <a:pt x="3295" y="374"/>
                    <a:pt x="2203" y="1"/>
                    <a:pt x="1357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7"/>
            <p:cNvSpPr/>
            <p:nvPr/>
          </p:nvSpPr>
          <p:spPr>
            <a:xfrm>
              <a:off x="4394558" y="3529610"/>
              <a:ext cx="214557" cy="144770"/>
            </a:xfrm>
            <a:custGeom>
              <a:avLst/>
              <a:gdLst/>
              <a:ahLst/>
              <a:cxnLst/>
              <a:rect l="l" t="t" r="r" b="b"/>
              <a:pathLst>
                <a:path w="6029" h="4068" extrusionOk="0">
                  <a:moveTo>
                    <a:pt x="2886" y="1"/>
                  </a:moveTo>
                  <a:cubicBezTo>
                    <a:pt x="2886" y="1"/>
                    <a:pt x="2476" y="1"/>
                    <a:pt x="1999" y="27"/>
                  </a:cubicBezTo>
                  <a:cubicBezTo>
                    <a:pt x="1338" y="80"/>
                    <a:pt x="530" y="213"/>
                    <a:pt x="411" y="596"/>
                  </a:cubicBezTo>
                  <a:cubicBezTo>
                    <a:pt x="1" y="1867"/>
                    <a:pt x="4938" y="3998"/>
                    <a:pt x="5586" y="4064"/>
                  </a:cubicBezTo>
                  <a:cubicBezTo>
                    <a:pt x="5605" y="4067"/>
                    <a:pt x="5623" y="4068"/>
                    <a:pt x="5640" y="4068"/>
                  </a:cubicBezTo>
                  <a:cubicBezTo>
                    <a:pt x="6000" y="4068"/>
                    <a:pt x="6028" y="3553"/>
                    <a:pt x="5864" y="2846"/>
                  </a:cubicBezTo>
                  <a:cubicBezTo>
                    <a:pt x="5771" y="2436"/>
                    <a:pt x="5626" y="1946"/>
                    <a:pt x="5440" y="1470"/>
                  </a:cubicBezTo>
                  <a:cubicBezTo>
                    <a:pt x="4938" y="186"/>
                    <a:pt x="2886" y="1"/>
                    <a:pt x="2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7"/>
            <p:cNvSpPr/>
            <p:nvPr/>
          </p:nvSpPr>
          <p:spPr>
            <a:xfrm>
              <a:off x="4466160" y="3530038"/>
              <a:ext cx="138044" cy="103453"/>
            </a:xfrm>
            <a:custGeom>
              <a:avLst/>
              <a:gdLst/>
              <a:ahLst/>
              <a:cxnLst/>
              <a:rect l="l" t="t" r="r" b="b"/>
              <a:pathLst>
                <a:path w="3879" h="2907" extrusionOk="0">
                  <a:moveTo>
                    <a:pt x="773" y="1"/>
                  </a:moveTo>
                  <a:cubicBezTo>
                    <a:pt x="612" y="1"/>
                    <a:pt x="318" y="6"/>
                    <a:pt x="1" y="42"/>
                  </a:cubicBezTo>
                  <a:cubicBezTo>
                    <a:pt x="1" y="55"/>
                    <a:pt x="1" y="68"/>
                    <a:pt x="14" y="108"/>
                  </a:cubicBezTo>
                  <a:cubicBezTo>
                    <a:pt x="120" y="651"/>
                    <a:pt x="503" y="1127"/>
                    <a:pt x="874" y="1564"/>
                  </a:cubicBezTo>
                  <a:cubicBezTo>
                    <a:pt x="1231" y="1961"/>
                    <a:pt x="1642" y="2331"/>
                    <a:pt x="2171" y="2596"/>
                  </a:cubicBezTo>
                  <a:cubicBezTo>
                    <a:pt x="2597" y="2799"/>
                    <a:pt x="3066" y="2907"/>
                    <a:pt x="3536" y="2907"/>
                  </a:cubicBezTo>
                  <a:cubicBezTo>
                    <a:pt x="3651" y="2907"/>
                    <a:pt x="3765" y="2900"/>
                    <a:pt x="3878" y="2887"/>
                  </a:cubicBezTo>
                  <a:cubicBezTo>
                    <a:pt x="3773" y="2437"/>
                    <a:pt x="3627" y="1934"/>
                    <a:pt x="3442" y="1471"/>
                  </a:cubicBezTo>
                  <a:cubicBezTo>
                    <a:pt x="2952" y="187"/>
                    <a:pt x="901" y="2"/>
                    <a:pt x="901" y="2"/>
                  </a:cubicBezTo>
                  <a:cubicBezTo>
                    <a:pt x="901" y="2"/>
                    <a:pt x="853" y="1"/>
                    <a:pt x="7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7"/>
            <p:cNvSpPr/>
            <p:nvPr/>
          </p:nvSpPr>
          <p:spPr>
            <a:xfrm>
              <a:off x="3729499" y="3478293"/>
              <a:ext cx="51851" cy="71139"/>
            </a:xfrm>
            <a:custGeom>
              <a:avLst/>
              <a:gdLst/>
              <a:ahLst/>
              <a:cxnLst/>
              <a:rect l="l" t="t" r="r" b="b"/>
              <a:pathLst>
                <a:path w="1457" h="1999" extrusionOk="0">
                  <a:moveTo>
                    <a:pt x="93" y="0"/>
                  </a:moveTo>
                  <a:cubicBezTo>
                    <a:pt x="53" y="172"/>
                    <a:pt x="40" y="344"/>
                    <a:pt x="1" y="516"/>
                  </a:cubicBezTo>
                  <a:cubicBezTo>
                    <a:pt x="27" y="530"/>
                    <a:pt x="40" y="530"/>
                    <a:pt x="40" y="543"/>
                  </a:cubicBezTo>
                  <a:cubicBezTo>
                    <a:pt x="199" y="702"/>
                    <a:pt x="318" y="874"/>
                    <a:pt x="398" y="1072"/>
                  </a:cubicBezTo>
                  <a:cubicBezTo>
                    <a:pt x="530" y="1390"/>
                    <a:pt x="636" y="1734"/>
                    <a:pt x="848" y="1999"/>
                  </a:cubicBezTo>
                  <a:cubicBezTo>
                    <a:pt x="1178" y="1708"/>
                    <a:pt x="1443" y="1377"/>
                    <a:pt x="1443" y="1099"/>
                  </a:cubicBezTo>
                  <a:cubicBezTo>
                    <a:pt x="1456" y="516"/>
                    <a:pt x="636" y="172"/>
                    <a:pt x="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2" name="Google Shape;742;p27"/>
          <p:cNvSpPr/>
          <p:nvPr/>
        </p:nvSpPr>
        <p:spPr>
          <a:xfrm>
            <a:off x="5670668" y="1374267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7"/>
          <p:cNvSpPr/>
          <p:nvPr/>
        </p:nvSpPr>
        <p:spPr>
          <a:xfrm>
            <a:off x="6191850" y="783975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676;p27">
            <a:extLst>
              <a:ext uri="{FF2B5EF4-FFF2-40B4-BE49-F238E27FC236}">
                <a16:creationId xmlns:a16="http://schemas.microsoft.com/office/drawing/2014/main" id="{7408AC73-439B-EAFF-96CC-E9F60C9D7D7F}"/>
              </a:ext>
            </a:extLst>
          </p:cNvPr>
          <p:cNvSpPr txBox="1">
            <a:spLocks/>
          </p:cNvSpPr>
          <p:nvPr/>
        </p:nvSpPr>
        <p:spPr>
          <a:xfrm>
            <a:off x="463716" y="3267435"/>
            <a:ext cx="4563679" cy="119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" sz="1200"/>
              <a:t>119905 – Ana Pereira </a:t>
            </a:r>
            <a:endParaRPr lang="en" sz="1200" i="1"/>
          </a:p>
          <a:p>
            <a:pPr algn="l"/>
            <a:r>
              <a:rPr lang="en" sz="1200"/>
              <a:t>120161 – Daniel Nunes </a:t>
            </a:r>
            <a:endParaRPr lang="en" sz="1200" i="1"/>
          </a:p>
          <a:p>
            <a:pPr algn="l"/>
            <a:r>
              <a:rPr lang="en" sz="1200"/>
              <a:t>117122 – Diego Aguilar </a:t>
            </a:r>
            <a:endParaRPr lang="en" sz="1200" i="1"/>
          </a:p>
          <a:p>
            <a:pPr algn="l"/>
            <a:r>
              <a:rPr lang="en" sz="1200"/>
              <a:t>107054 – Vitalie Bologa </a:t>
            </a:r>
            <a:endParaRPr lang="en" sz="1200" i="1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E4E3425-34CC-3416-3384-2AFDA888F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0" y="292491"/>
            <a:ext cx="2647462" cy="494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8867-214D-5482-E194-6E8506AF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err="1">
                <a:latin typeface="Bookman Old Style"/>
              </a:rPr>
              <a:t>Conteúdo</a:t>
            </a:r>
            <a:r>
              <a:rPr lang="en-US" sz="3600" b="0">
                <a:latin typeface="Bookman Old Style"/>
              </a:rPr>
              <a:t> </a:t>
            </a:r>
            <a:endParaRPr lang="en-US" sz="3600">
              <a:latin typeface="Bookman Old Styl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AB069-8F5E-07BA-CE05-778E3C479B75}"/>
              </a:ext>
            </a:extLst>
          </p:cNvPr>
          <p:cNvSpPr txBox="1"/>
          <p:nvPr/>
        </p:nvSpPr>
        <p:spPr>
          <a:xfrm>
            <a:off x="1220291" y="1423652"/>
            <a:ext cx="3098914" cy="3631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US" sz="1800" b="1" err="1">
                <a:solidFill>
                  <a:srgbClr val="3C997A"/>
                </a:solidFill>
                <a:latin typeface="Montserrat"/>
                <a:sym typeface="Montserrat"/>
              </a:rPr>
              <a:t>Equipa</a:t>
            </a:r>
            <a:r>
              <a:rPr lang="en-US" sz="1800" b="1">
                <a:solidFill>
                  <a:srgbClr val="3C997A"/>
                </a:solidFill>
                <a:latin typeface="Montserrat"/>
                <a:sym typeface="Montserrat"/>
              </a:rPr>
              <a:t> </a:t>
            </a:r>
            <a:endParaRPr lang="en-US" sz="1800" b="1">
              <a:solidFill>
                <a:srgbClr val="3C997A"/>
              </a:solidFill>
              <a:latin typeface="Montserrat"/>
            </a:endParaRPr>
          </a:p>
          <a:p>
            <a:pPr marL="285750" indent="-285750">
              <a:buFont typeface="Wingdings"/>
              <a:buChar char="q"/>
            </a:pPr>
            <a:endParaRPr lang="en-US" sz="1800" b="1">
              <a:solidFill>
                <a:srgbClr val="3C997A"/>
              </a:solidFill>
              <a:latin typeface="Montserrat"/>
              <a:sym typeface="Montserrat"/>
            </a:endParaRPr>
          </a:p>
          <a:p>
            <a:pPr marL="285750" indent="-285750">
              <a:buFont typeface="Wingdings"/>
              <a:buChar char="q"/>
            </a:pPr>
            <a:r>
              <a:rPr lang="en-US" sz="1800" b="1" err="1">
                <a:solidFill>
                  <a:srgbClr val="3C997A"/>
                </a:solidFill>
                <a:latin typeface="Montserrat"/>
                <a:sym typeface="Montserrat"/>
              </a:rPr>
              <a:t>Conceito</a:t>
            </a:r>
            <a:r>
              <a:rPr lang="en-US" sz="1800" b="1">
                <a:solidFill>
                  <a:srgbClr val="3C997A"/>
                </a:solidFill>
                <a:latin typeface="Montserrat"/>
                <a:sym typeface="Montserrat"/>
              </a:rPr>
              <a:t> de </a:t>
            </a:r>
            <a:r>
              <a:rPr lang="en-US" sz="1800" b="1" err="1">
                <a:solidFill>
                  <a:srgbClr val="3C997A"/>
                </a:solidFill>
                <a:latin typeface="Montserrat"/>
                <a:sym typeface="Montserrat"/>
              </a:rPr>
              <a:t>Produto</a:t>
            </a:r>
            <a:endParaRPr lang="en-US" sz="1800" b="1">
              <a:solidFill>
                <a:srgbClr val="3C997A"/>
              </a:solidFill>
              <a:latin typeface="Montserrat"/>
            </a:endParaRPr>
          </a:p>
          <a:p>
            <a:pPr marL="285750" indent="-285750">
              <a:buFont typeface="Wingdings"/>
              <a:buChar char="q"/>
            </a:pPr>
            <a:endParaRPr lang="en-US" sz="1800">
              <a:solidFill>
                <a:srgbClr val="3C997A"/>
              </a:solidFill>
            </a:endParaRPr>
          </a:p>
          <a:p>
            <a:pPr marL="285750" indent="-285750">
              <a:buFont typeface="Wingdings"/>
              <a:buChar char="q"/>
            </a:pPr>
            <a:r>
              <a:rPr lang="en-US" sz="1800" b="1" err="1">
                <a:solidFill>
                  <a:srgbClr val="3C997A"/>
                </a:solidFill>
                <a:latin typeface="Montserrat"/>
              </a:rPr>
              <a:t>Utilizadores</a:t>
            </a:r>
            <a:endParaRPr lang="en-US" sz="1800">
              <a:solidFill>
                <a:srgbClr val="3C997A"/>
              </a:solidFill>
              <a:latin typeface="Montserrat"/>
            </a:endParaRPr>
          </a:p>
          <a:p>
            <a:pPr marL="285750" indent="-285750">
              <a:buFont typeface="Wingdings"/>
              <a:buChar char="q"/>
            </a:pPr>
            <a:endParaRPr lang="en-US" sz="1800" b="1">
              <a:solidFill>
                <a:srgbClr val="3C997A"/>
              </a:solidFill>
              <a:latin typeface="Montserrat"/>
            </a:endParaRPr>
          </a:p>
          <a:p>
            <a:pPr marL="285750" indent="-285750">
              <a:buFont typeface="Wingdings"/>
              <a:buChar char="q"/>
            </a:pPr>
            <a:r>
              <a:rPr lang="en-US" sz="1800" b="1" err="1">
                <a:solidFill>
                  <a:srgbClr val="3C997A"/>
                </a:solidFill>
                <a:latin typeface="Montserrat"/>
              </a:rPr>
              <a:t>Arquitetura</a:t>
            </a:r>
          </a:p>
          <a:p>
            <a:pPr marL="285750" indent="-285750">
              <a:buFont typeface="Wingdings"/>
              <a:buChar char="q"/>
            </a:pPr>
            <a:endParaRPr lang="en-US" sz="1800" b="1">
              <a:solidFill>
                <a:srgbClr val="3C997A"/>
              </a:solidFill>
              <a:latin typeface="Montserrat"/>
            </a:endParaRPr>
          </a:p>
          <a:p>
            <a:pPr marL="285750" indent="-285750">
              <a:buFont typeface="Wingdings"/>
              <a:buChar char="q"/>
            </a:pPr>
            <a:r>
              <a:rPr lang="en-US" sz="1800" b="1">
                <a:solidFill>
                  <a:srgbClr val="3C997A"/>
                </a:solidFill>
                <a:latin typeface="Montserrat"/>
              </a:rPr>
              <a:t>Domain Model</a:t>
            </a:r>
          </a:p>
          <a:p>
            <a:pPr marL="285750" indent="-285750">
              <a:buFont typeface="Wingdings"/>
              <a:buChar char="q"/>
            </a:pPr>
            <a:endParaRPr lang="en-US" sz="1800" b="1">
              <a:solidFill>
                <a:srgbClr val="3C997A"/>
              </a:solidFill>
              <a:latin typeface="Montserrat"/>
            </a:endParaRPr>
          </a:p>
          <a:p>
            <a:pPr marL="285750" indent="-285750">
              <a:buFont typeface="Wingdings"/>
              <a:buChar char="q"/>
            </a:pPr>
            <a:endParaRPr lang="en-US" sz="1800" b="1">
              <a:solidFill>
                <a:srgbClr val="3C997A"/>
              </a:solidFill>
              <a:latin typeface="Montserrat"/>
            </a:endParaRPr>
          </a:p>
          <a:p>
            <a:pPr marL="285750" indent="-285750">
              <a:buFont typeface="Wingdings"/>
              <a:buChar char="q"/>
            </a:pPr>
            <a:endParaRPr lang="en-US" sz="1800" b="1">
              <a:solidFill>
                <a:srgbClr val="3C997A"/>
              </a:solidFill>
              <a:latin typeface="Montserrat"/>
            </a:endParaRPr>
          </a:p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2D60E-9DFB-36F9-2ABB-4EDD9A781DFC}"/>
              </a:ext>
            </a:extLst>
          </p:cNvPr>
          <p:cNvSpPr txBox="1"/>
          <p:nvPr/>
        </p:nvSpPr>
        <p:spPr>
          <a:xfrm>
            <a:off x="5045586" y="1618204"/>
            <a:ext cx="3098914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" sz="1800" b="1">
                <a:solidFill>
                  <a:srgbClr val="3C997A"/>
                </a:solidFill>
                <a:latin typeface="Montserrat"/>
                <a:sym typeface="Montserrat"/>
              </a:rPr>
              <a:t>CI</a:t>
            </a:r>
            <a:endParaRPr lang="en-US" sz="1800" b="1">
              <a:solidFill>
                <a:srgbClr val="3C997A"/>
              </a:solidFill>
              <a:latin typeface="Montserrat"/>
              <a:sym typeface="Montserrat"/>
            </a:endParaRPr>
          </a:p>
          <a:p>
            <a:pPr marL="285750" indent="-285750">
              <a:buFont typeface="Wingdings"/>
              <a:buChar char="q"/>
            </a:pPr>
            <a:endParaRPr lang="en" sz="1800" b="1">
              <a:solidFill>
                <a:srgbClr val="3C997A"/>
              </a:solidFill>
              <a:latin typeface="Montserrat"/>
            </a:endParaRPr>
          </a:p>
          <a:p>
            <a:pPr marL="285750" indent="-285750">
              <a:buFont typeface="Wingdings"/>
              <a:buChar char="q"/>
            </a:pPr>
            <a:r>
              <a:rPr lang="en" sz="1800" b="1">
                <a:solidFill>
                  <a:srgbClr val="3C997A"/>
                </a:solidFill>
                <a:latin typeface="Montserrat"/>
              </a:rPr>
              <a:t>CD</a:t>
            </a:r>
          </a:p>
          <a:p>
            <a:pPr marL="285750" indent="-285750">
              <a:buFont typeface="Wingdings"/>
              <a:buChar char="q"/>
            </a:pPr>
            <a:endParaRPr lang="en" sz="1800" b="1">
              <a:solidFill>
                <a:srgbClr val="3C997A"/>
              </a:solidFill>
              <a:latin typeface="Montserrat"/>
            </a:endParaRPr>
          </a:p>
          <a:p>
            <a:pPr marL="285750" indent="-285750">
              <a:buFont typeface="Wingdings"/>
              <a:buChar char="q"/>
            </a:pPr>
            <a:r>
              <a:rPr lang="en" sz="1800" b="1">
                <a:solidFill>
                  <a:srgbClr val="3C997A"/>
                </a:solidFill>
                <a:latin typeface="Montserrat"/>
              </a:rPr>
              <a:t>SQA</a:t>
            </a:r>
          </a:p>
          <a:p>
            <a:pPr marL="285750" indent="-285750">
              <a:buFont typeface="Wingdings"/>
              <a:buChar char="q"/>
            </a:pPr>
            <a:endParaRPr lang="en" sz="1800" b="1">
              <a:solidFill>
                <a:srgbClr val="3C997A"/>
              </a:solidFill>
              <a:latin typeface="Montserrat"/>
            </a:endParaRPr>
          </a:p>
          <a:p>
            <a:pPr marL="285750" indent="-285750">
              <a:buFont typeface="Wingdings"/>
              <a:buChar char="q"/>
            </a:pPr>
            <a:r>
              <a:rPr lang="en" sz="1800" b="1" err="1">
                <a:solidFill>
                  <a:srgbClr val="3C997A"/>
                </a:solidFill>
                <a:latin typeface="Montserrat"/>
              </a:rPr>
              <a:t>O</a:t>
            </a:r>
            <a:r>
              <a:rPr lang="en" sz="1800" err="1">
                <a:solidFill>
                  <a:srgbClr val="3C997A"/>
                </a:solidFill>
              </a:rPr>
              <a:t>observabilidade</a:t>
            </a:r>
            <a:endParaRPr lang="en" sz="1800" b="1" err="1">
              <a:solidFill>
                <a:srgbClr val="3C997A"/>
              </a:solidFill>
              <a:latin typeface="Montserrat"/>
            </a:endParaRPr>
          </a:p>
          <a:p>
            <a:pPr marL="285750" indent="-285750">
              <a:buFont typeface="Wingdings"/>
              <a:buChar char="q"/>
            </a:pPr>
            <a:endParaRPr lang="en-US" sz="1800" b="1">
              <a:solidFill>
                <a:srgbClr val="3C997A"/>
              </a:solidFill>
              <a:latin typeface="Montserrat"/>
            </a:endParaRPr>
          </a:p>
          <a:p>
            <a:pPr marL="285750" indent="-285750">
              <a:buFont typeface="Wingdings"/>
              <a:buChar char="q"/>
            </a:pPr>
            <a:endParaRPr lang="en-US" sz="1800" b="1">
              <a:solidFill>
                <a:srgbClr val="3C997A"/>
              </a:solidFill>
              <a:latin typeface="Montserrat"/>
            </a:endParaRPr>
          </a:p>
          <a:p>
            <a:pPr marL="285750" indent="-285750">
              <a:buFont typeface="Wingdings"/>
              <a:buChar char="q"/>
            </a:pPr>
            <a:endParaRPr lang="en-US" sz="1800" b="1">
              <a:solidFill>
                <a:srgbClr val="3C997A"/>
              </a:solidFill>
              <a:latin typeface="Montserra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22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>
          <a:extLst>
            <a:ext uri="{FF2B5EF4-FFF2-40B4-BE49-F238E27FC236}">
              <a16:creationId xmlns:a16="http://schemas.microsoft.com/office/drawing/2014/main" id="{0AA4DB4B-A52E-74C6-D773-40460F278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33">
            <a:extLst>
              <a:ext uri="{FF2B5EF4-FFF2-40B4-BE49-F238E27FC236}">
                <a16:creationId xmlns:a16="http://schemas.microsoft.com/office/drawing/2014/main" id="{AB0A4436-EBC9-9992-D986-6F0C8030C37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2566" y="3063179"/>
            <a:ext cx="1645908" cy="3974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sz="1800"/>
              <a:t>Ana Pereira</a:t>
            </a:r>
            <a:endParaRPr lang="en-US" sz="1800"/>
          </a:p>
        </p:txBody>
      </p:sp>
      <p:sp>
        <p:nvSpPr>
          <p:cNvPr id="990" name="Google Shape;990;p33">
            <a:extLst>
              <a:ext uri="{FF2B5EF4-FFF2-40B4-BE49-F238E27FC236}">
                <a16:creationId xmlns:a16="http://schemas.microsoft.com/office/drawing/2014/main" id="{E2914404-DA4B-8CAD-A91A-022689B229E7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213646" y="3058292"/>
            <a:ext cx="2092273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sz="1800"/>
              <a:t>Daniel Nunes</a:t>
            </a:r>
            <a:endParaRPr lang="en-US" sz="1800"/>
          </a:p>
        </p:txBody>
      </p:sp>
      <p:sp>
        <p:nvSpPr>
          <p:cNvPr id="991" name="Google Shape;991;p33">
            <a:extLst>
              <a:ext uri="{FF2B5EF4-FFF2-40B4-BE49-F238E27FC236}">
                <a16:creationId xmlns:a16="http://schemas.microsoft.com/office/drawing/2014/main" id="{E07C8B4C-DB77-96EA-B29C-094161BBAB6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601362" y="3058292"/>
            <a:ext cx="200457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sz="1800"/>
              <a:t>Diego Aguilar</a:t>
            </a:r>
            <a:endParaRPr lang="en-US" sz="1800"/>
          </a:p>
        </p:txBody>
      </p:sp>
      <p:sp>
        <p:nvSpPr>
          <p:cNvPr id="992" name="Google Shape;992;p33">
            <a:extLst>
              <a:ext uri="{FF2B5EF4-FFF2-40B4-BE49-F238E27FC236}">
                <a16:creationId xmlns:a16="http://schemas.microsoft.com/office/drawing/2014/main" id="{36DEEFBA-09DF-BA4D-D56B-46387917DE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3600" b="0" err="1">
                <a:latin typeface="Bookman Old Style"/>
              </a:rPr>
              <a:t>Equipa</a:t>
            </a:r>
            <a:r>
              <a:rPr lang="en" sz="3600" b="0">
                <a:latin typeface="Bookman Old Style"/>
              </a:rPr>
              <a:t> de </a:t>
            </a:r>
            <a:r>
              <a:rPr lang="en" sz="3600" b="0" err="1">
                <a:latin typeface="Bookman Old Style"/>
              </a:rPr>
              <a:t>Trabalho</a:t>
            </a:r>
            <a:endParaRPr lang="pt-PT" sz="3600" b="0" err="1">
              <a:latin typeface="Bookman Old Style"/>
            </a:endParaRPr>
          </a:p>
        </p:txBody>
      </p:sp>
      <p:sp>
        <p:nvSpPr>
          <p:cNvPr id="993" name="Google Shape;993;p33">
            <a:extLst>
              <a:ext uri="{FF2B5EF4-FFF2-40B4-BE49-F238E27FC236}">
                <a16:creationId xmlns:a16="http://schemas.microsoft.com/office/drawing/2014/main" id="{AEA3D058-B06C-3797-137A-E4B9169172B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06762" y="3511238"/>
            <a:ext cx="1777407" cy="2809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200" i="1"/>
              <a:t>(Product Owner)</a:t>
            </a:r>
            <a:endParaRPr lang="en-US" sz="1200" i="1"/>
          </a:p>
        </p:txBody>
      </p:sp>
      <p:sp>
        <p:nvSpPr>
          <p:cNvPr id="994" name="Google Shape;994;p33">
            <a:extLst>
              <a:ext uri="{FF2B5EF4-FFF2-40B4-BE49-F238E27FC236}">
                <a16:creationId xmlns:a16="http://schemas.microsoft.com/office/drawing/2014/main" id="{ABB64A7C-D515-59BD-E02C-131FB3B296D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294379" y="3511235"/>
            <a:ext cx="1930805" cy="4001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200" i="1"/>
              <a:t>(DevOps Master)</a:t>
            </a:r>
            <a:endParaRPr lang="en-US" sz="1200" i="1"/>
          </a:p>
        </p:txBody>
      </p:sp>
      <p:sp>
        <p:nvSpPr>
          <p:cNvPr id="995" name="Google Shape;995;p33">
            <a:extLst>
              <a:ext uri="{FF2B5EF4-FFF2-40B4-BE49-F238E27FC236}">
                <a16:creationId xmlns:a16="http://schemas.microsoft.com/office/drawing/2014/main" id="{E61E311E-2974-31F2-E3C5-F5D074110A5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818864" y="3511236"/>
            <a:ext cx="1563142" cy="395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200" i="1"/>
              <a:t>(QA Engineer)</a:t>
            </a:r>
            <a:endParaRPr lang="en-US" sz="1200" i="1"/>
          </a:p>
          <a:p>
            <a:pPr algn="l"/>
            <a:endParaRPr lang="en" sz="1050"/>
          </a:p>
        </p:txBody>
      </p:sp>
      <p:sp>
        <p:nvSpPr>
          <p:cNvPr id="999" name="Google Shape;999;p33">
            <a:extLst>
              <a:ext uri="{FF2B5EF4-FFF2-40B4-BE49-F238E27FC236}">
                <a16:creationId xmlns:a16="http://schemas.microsoft.com/office/drawing/2014/main" id="{0E7AF677-F9F0-0C4D-1EFA-7A4F0E117A0B}"/>
              </a:ext>
            </a:extLst>
          </p:cNvPr>
          <p:cNvSpPr/>
          <p:nvPr/>
        </p:nvSpPr>
        <p:spPr>
          <a:xfrm>
            <a:off x="6184330" y="4323877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991;p33">
            <a:extLst>
              <a:ext uri="{FF2B5EF4-FFF2-40B4-BE49-F238E27FC236}">
                <a16:creationId xmlns:a16="http://schemas.microsoft.com/office/drawing/2014/main" id="{94AC8927-AEEE-C1DF-C545-8D868F9DCBE9}"/>
              </a:ext>
            </a:extLst>
          </p:cNvPr>
          <p:cNvSpPr txBox="1">
            <a:spLocks/>
          </p:cNvSpPr>
          <p:nvPr/>
        </p:nvSpPr>
        <p:spPr>
          <a:xfrm>
            <a:off x="6883454" y="3054385"/>
            <a:ext cx="2004570" cy="4023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" sz="1800"/>
              <a:t>Vitalie Bologa</a:t>
            </a:r>
            <a:endParaRPr lang="en-US" sz="1800"/>
          </a:p>
        </p:txBody>
      </p:sp>
      <p:sp>
        <p:nvSpPr>
          <p:cNvPr id="6" name="Google Shape;995;p33">
            <a:extLst>
              <a:ext uri="{FF2B5EF4-FFF2-40B4-BE49-F238E27FC236}">
                <a16:creationId xmlns:a16="http://schemas.microsoft.com/office/drawing/2014/main" id="{6E24030C-3B95-2D86-77C6-F07F6C780224}"/>
              </a:ext>
            </a:extLst>
          </p:cNvPr>
          <p:cNvSpPr txBox="1">
            <a:spLocks/>
          </p:cNvSpPr>
          <p:nvPr/>
        </p:nvSpPr>
        <p:spPr>
          <a:xfrm>
            <a:off x="7105841" y="3512213"/>
            <a:ext cx="1563142" cy="3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" sz="1200" i="1"/>
              <a:t>(Team Coordinator)</a:t>
            </a:r>
            <a:endParaRPr lang="en-US"/>
          </a:p>
          <a:p>
            <a:pPr algn="l"/>
            <a:endParaRPr lang="en" sz="10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9F7F4-F34E-A2CB-FF6E-F6FC575F8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69" y="1755043"/>
            <a:ext cx="1081455" cy="11156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2F0859-E3D3-13BB-DC53-93CD406AC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254" y="1647581"/>
            <a:ext cx="1467339" cy="14136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3B77E9-835E-8CE9-8833-D203B23A24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7099" y="1647580"/>
            <a:ext cx="1218225" cy="12231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34E0D2-B255-0679-D889-520B6F585F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716" y="1647582"/>
            <a:ext cx="1354993" cy="141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0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0"/>
          <p:cNvSpPr txBox="1">
            <a:spLocks noGrp="1"/>
          </p:cNvSpPr>
          <p:nvPr>
            <p:ph type="body" idx="1"/>
          </p:nvPr>
        </p:nvSpPr>
        <p:spPr>
          <a:xfrm>
            <a:off x="3916043" y="1747325"/>
            <a:ext cx="4417500" cy="22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rgbClr val="273D40"/>
              </a:buClr>
              <a:buSzPts val="600"/>
              <a:buNone/>
            </a:pPr>
            <a:r>
              <a:rPr lang="pt-PT"/>
              <a:t>O </a:t>
            </a:r>
            <a:r>
              <a:rPr lang="pt-PT" err="1"/>
              <a:t>MineForNow</a:t>
            </a:r>
            <a:r>
              <a:rPr lang="pt-PT"/>
              <a:t> é uma plataforma digital que facilita o </a:t>
            </a:r>
            <a:r>
              <a:rPr lang="pt-PT" b="1"/>
              <a:t>aluguer </a:t>
            </a:r>
            <a:r>
              <a:rPr lang="pt-PT" b="1" err="1"/>
              <a:t>peer</a:t>
            </a:r>
            <a:r>
              <a:rPr lang="pt-PT" b="1"/>
              <a:t>-to-</a:t>
            </a:r>
            <a:r>
              <a:rPr lang="pt-PT" b="1" err="1"/>
              <a:t>peer</a:t>
            </a:r>
            <a:r>
              <a:rPr lang="pt-PT" b="1"/>
              <a:t> (P2P)</a:t>
            </a:r>
            <a:r>
              <a:rPr lang="pt-PT"/>
              <a:t> de veículos privados subutilizados. O nosso </a:t>
            </a:r>
            <a:r>
              <a:rPr lang="pt-PT" b="1"/>
              <a:t>Produto Mínimo Viável (MVP)</a:t>
            </a:r>
            <a:r>
              <a:rPr lang="pt-PT"/>
              <a:t> permite que os </a:t>
            </a:r>
            <a:r>
              <a:rPr lang="pt-PT" b="1"/>
              <a:t>Proprietários de Veículos</a:t>
            </a:r>
            <a:r>
              <a:rPr lang="pt-PT"/>
              <a:t> registem e gerenciem a disponibilidade dos seus carros e que os </a:t>
            </a:r>
            <a:r>
              <a:rPr lang="pt-PT" b="1"/>
              <a:t>Inquilinos (</a:t>
            </a:r>
            <a:r>
              <a:rPr lang="pt-PT" b="1" err="1"/>
              <a:t>Renters</a:t>
            </a:r>
            <a:r>
              <a:rPr lang="pt-PT" b="1"/>
              <a:t>)</a:t>
            </a:r>
            <a:r>
              <a:rPr lang="pt-PT"/>
              <a:t> pesquisem, descubram e reservem veículos por períodos específicos.</a:t>
            </a:r>
          </a:p>
        </p:txBody>
      </p:sp>
      <p:sp>
        <p:nvSpPr>
          <p:cNvPr id="780" name="Google Shape;780;p30"/>
          <p:cNvSpPr txBox="1">
            <a:spLocks noGrp="1"/>
          </p:cNvSpPr>
          <p:nvPr>
            <p:ph type="title"/>
          </p:nvPr>
        </p:nvSpPr>
        <p:spPr>
          <a:xfrm>
            <a:off x="3246956" y="1066251"/>
            <a:ext cx="5755645" cy="5866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3600" b="0" err="1">
                <a:latin typeface="Bookman Old Style"/>
              </a:rPr>
              <a:t>Conceito</a:t>
            </a:r>
            <a:r>
              <a:rPr lang="en" sz="3600" b="0">
                <a:latin typeface="Bookman Old Style"/>
              </a:rPr>
              <a:t> de </a:t>
            </a:r>
            <a:r>
              <a:rPr lang="en" sz="3600" b="0" err="1">
                <a:latin typeface="Bookman Old Style"/>
              </a:rPr>
              <a:t>Produto</a:t>
            </a:r>
            <a:endParaRPr lang="pt-PT" sz="3600" b="0" err="1">
              <a:latin typeface="Bookman Old Style"/>
            </a:endParaRPr>
          </a:p>
        </p:txBody>
      </p:sp>
      <p:grpSp>
        <p:nvGrpSpPr>
          <p:cNvPr id="781" name="Google Shape;781;p30"/>
          <p:cNvGrpSpPr/>
          <p:nvPr/>
        </p:nvGrpSpPr>
        <p:grpSpPr>
          <a:xfrm>
            <a:off x="351771" y="2131065"/>
            <a:ext cx="3311653" cy="1687986"/>
            <a:chOff x="713225" y="2162175"/>
            <a:chExt cx="3269477" cy="1666488"/>
          </a:xfrm>
        </p:grpSpPr>
        <p:sp>
          <p:nvSpPr>
            <p:cNvPr id="782" name="Google Shape;782;p30"/>
            <p:cNvSpPr/>
            <p:nvPr/>
          </p:nvSpPr>
          <p:spPr>
            <a:xfrm>
              <a:off x="963394" y="3610323"/>
              <a:ext cx="2724354" cy="214660"/>
            </a:xfrm>
            <a:custGeom>
              <a:avLst/>
              <a:gdLst/>
              <a:ahLst/>
              <a:cxnLst/>
              <a:rect l="l" t="t" r="r" b="b"/>
              <a:pathLst>
                <a:path w="34064" h="2684" extrusionOk="0">
                  <a:moveTo>
                    <a:pt x="1482" y="1"/>
                  </a:moveTo>
                  <a:cubicBezTo>
                    <a:pt x="549" y="1"/>
                    <a:pt x="1" y="17"/>
                    <a:pt x="102" y="58"/>
                  </a:cubicBezTo>
                  <a:cubicBezTo>
                    <a:pt x="102" y="58"/>
                    <a:pt x="12662" y="2612"/>
                    <a:pt x="13972" y="2678"/>
                  </a:cubicBezTo>
                  <a:cubicBezTo>
                    <a:pt x="14042" y="2682"/>
                    <a:pt x="14163" y="2684"/>
                    <a:pt x="14329" y="2684"/>
                  </a:cubicBezTo>
                  <a:cubicBezTo>
                    <a:pt x="17222" y="2684"/>
                    <a:pt x="33806" y="2159"/>
                    <a:pt x="33931" y="1871"/>
                  </a:cubicBezTo>
                  <a:cubicBezTo>
                    <a:pt x="34063" y="1553"/>
                    <a:pt x="14475" y="243"/>
                    <a:pt x="14475" y="243"/>
                  </a:cubicBezTo>
                  <a:cubicBezTo>
                    <a:pt x="14475" y="243"/>
                    <a:pt x="5093" y="1"/>
                    <a:pt x="14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0"/>
            <p:cNvSpPr/>
            <p:nvPr/>
          </p:nvSpPr>
          <p:spPr>
            <a:xfrm>
              <a:off x="731220" y="2712738"/>
              <a:ext cx="166273" cy="240652"/>
            </a:xfrm>
            <a:custGeom>
              <a:avLst/>
              <a:gdLst/>
              <a:ahLst/>
              <a:cxnLst/>
              <a:rect l="l" t="t" r="r" b="b"/>
              <a:pathLst>
                <a:path w="2079" h="3009" extrusionOk="0">
                  <a:moveTo>
                    <a:pt x="1872" y="1"/>
                  </a:moveTo>
                  <a:cubicBezTo>
                    <a:pt x="1508" y="1"/>
                    <a:pt x="746" y="139"/>
                    <a:pt x="305" y="1209"/>
                  </a:cubicBezTo>
                  <a:cubicBezTo>
                    <a:pt x="0" y="1990"/>
                    <a:pt x="344" y="3009"/>
                    <a:pt x="344" y="3009"/>
                  </a:cubicBezTo>
                  <a:lnTo>
                    <a:pt x="2078" y="17"/>
                  </a:lnTo>
                  <a:cubicBezTo>
                    <a:pt x="2078" y="17"/>
                    <a:pt x="1999" y="1"/>
                    <a:pt x="18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0"/>
            <p:cNvSpPr/>
            <p:nvPr/>
          </p:nvSpPr>
          <p:spPr>
            <a:xfrm>
              <a:off x="874060" y="2871333"/>
              <a:ext cx="466909" cy="758747"/>
            </a:xfrm>
            <a:custGeom>
              <a:avLst/>
              <a:gdLst/>
              <a:ahLst/>
              <a:cxnLst/>
              <a:rect l="l" t="t" r="r" b="b"/>
              <a:pathLst>
                <a:path w="5838" h="9487" extrusionOk="0">
                  <a:moveTo>
                    <a:pt x="1928" y="0"/>
                  </a:moveTo>
                  <a:cubicBezTo>
                    <a:pt x="1480" y="0"/>
                    <a:pt x="972" y="31"/>
                    <a:pt x="822" y="165"/>
                  </a:cubicBezTo>
                  <a:cubicBezTo>
                    <a:pt x="1" y="920"/>
                    <a:pt x="504" y="2918"/>
                    <a:pt x="702" y="4890"/>
                  </a:cubicBezTo>
                  <a:cubicBezTo>
                    <a:pt x="861" y="6492"/>
                    <a:pt x="67" y="8331"/>
                    <a:pt x="808" y="9059"/>
                  </a:cubicBezTo>
                  <a:cubicBezTo>
                    <a:pt x="1150" y="9390"/>
                    <a:pt x="1614" y="9487"/>
                    <a:pt x="2070" y="9487"/>
                  </a:cubicBezTo>
                  <a:cubicBezTo>
                    <a:pt x="2655" y="9487"/>
                    <a:pt x="3226" y="9327"/>
                    <a:pt x="3508" y="9298"/>
                  </a:cubicBezTo>
                  <a:cubicBezTo>
                    <a:pt x="4792" y="9165"/>
                    <a:pt x="5838" y="7087"/>
                    <a:pt x="5599" y="4520"/>
                  </a:cubicBezTo>
                  <a:cubicBezTo>
                    <a:pt x="5361" y="1952"/>
                    <a:pt x="4263" y="99"/>
                    <a:pt x="2622" y="20"/>
                  </a:cubicBezTo>
                  <a:cubicBezTo>
                    <a:pt x="2504" y="14"/>
                    <a:pt x="2230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0"/>
            <p:cNvSpPr/>
            <p:nvPr/>
          </p:nvSpPr>
          <p:spPr>
            <a:xfrm>
              <a:off x="753454" y="2877411"/>
              <a:ext cx="478505" cy="743551"/>
            </a:xfrm>
            <a:custGeom>
              <a:avLst/>
              <a:gdLst/>
              <a:ahLst/>
              <a:cxnLst/>
              <a:rect l="l" t="t" r="r" b="b"/>
              <a:pathLst>
                <a:path w="5983" h="9297" extrusionOk="0">
                  <a:moveTo>
                    <a:pt x="2687" y="1"/>
                  </a:moveTo>
                  <a:cubicBezTo>
                    <a:pt x="2629" y="1"/>
                    <a:pt x="2572" y="4"/>
                    <a:pt x="2515" y="10"/>
                  </a:cubicBezTo>
                  <a:cubicBezTo>
                    <a:pt x="1006" y="169"/>
                    <a:pt x="0" y="2366"/>
                    <a:pt x="265" y="4933"/>
                  </a:cubicBezTo>
                  <a:cubicBezTo>
                    <a:pt x="507" y="7403"/>
                    <a:pt x="1850" y="9297"/>
                    <a:pt x="3295" y="9297"/>
                  </a:cubicBezTo>
                  <a:cubicBezTo>
                    <a:pt x="3352" y="9297"/>
                    <a:pt x="3410" y="9294"/>
                    <a:pt x="3468" y="9288"/>
                  </a:cubicBezTo>
                  <a:cubicBezTo>
                    <a:pt x="4977" y="9142"/>
                    <a:pt x="5982" y="6932"/>
                    <a:pt x="5718" y="4378"/>
                  </a:cubicBezTo>
                  <a:cubicBezTo>
                    <a:pt x="5476" y="1908"/>
                    <a:pt x="4132" y="1"/>
                    <a:pt x="2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0"/>
            <p:cNvSpPr/>
            <p:nvPr/>
          </p:nvSpPr>
          <p:spPr>
            <a:xfrm>
              <a:off x="790483" y="2923078"/>
              <a:ext cx="417163" cy="652217"/>
            </a:xfrm>
            <a:custGeom>
              <a:avLst/>
              <a:gdLst/>
              <a:ahLst/>
              <a:cxnLst/>
              <a:rect l="l" t="t" r="r" b="b"/>
              <a:pathLst>
                <a:path w="5216" h="8155" extrusionOk="0">
                  <a:moveTo>
                    <a:pt x="2366" y="134"/>
                  </a:moveTo>
                  <a:cubicBezTo>
                    <a:pt x="3588" y="134"/>
                    <a:pt x="4706" y="1749"/>
                    <a:pt x="4911" y="3846"/>
                  </a:cubicBezTo>
                  <a:cubicBezTo>
                    <a:pt x="5122" y="6004"/>
                    <a:pt x="4249" y="7857"/>
                    <a:pt x="2978" y="7989"/>
                  </a:cubicBezTo>
                  <a:cubicBezTo>
                    <a:pt x="2935" y="7993"/>
                    <a:pt x="2892" y="7995"/>
                    <a:pt x="2849" y="7995"/>
                  </a:cubicBezTo>
                  <a:cubicBezTo>
                    <a:pt x="1628" y="7995"/>
                    <a:pt x="509" y="6380"/>
                    <a:pt x="292" y="4283"/>
                  </a:cubicBezTo>
                  <a:cubicBezTo>
                    <a:pt x="93" y="2126"/>
                    <a:pt x="953" y="273"/>
                    <a:pt x="2237" y="140"/>
                  </a:cubicBezTo>
                  <a:cubicBezTo>
                    <a:pt x="2280" y="136"/>
                    <a:pt x="2323" y="134"/>
                    <a:pt x="2366" y="134"/>
                  </a:cubicBezTo>
                  <a:close/>
                  <a:moveTo>
                    <a:pt x="2354" y="1"/>
                  </a:moveTo>
                  <a:cubicBezTo>
                    <a:pt x="2306" y="1"/>
                    <a:pt x="2259" y="3"/>
                    <a:pt x="2211" y="8"/>
                  </a:cubicBezTo>
                  <a:cubicBezTo>
                    <a:pt x="887" y="114"/>
                    <a:pt x="0" y="2046"/>
                    <a:pt x="212" y="4309"/>
                  </a:cubicBezTo>
                  <a:cubicBezTo>
                    <a:pt x="416" y="6478"/>
                    <a:pt x="1592" y="8155"/>
                    <a:pt x="2850" y="8155"/>
                  </a:cubicBezTo>
                  <a:cubicBezTo>
                    <a:pt x="2897" y="8155"/>
                    <a:pt x="2944" y="8153"/>
                    <a:pt x="2992" y="8148"/>
                  </a:cubicBezTo>
                  <a:cubicBezTo>
                    <a:pt x="4315" y="8029"/>
                    <a:pt x="5215" y="6096"/>
                    <a:pt x="4990" y="3846"/>
                  </a:cubicBezTo>
                  <a:cubicBezTo>
                    <a:pt x="4786" y="1678"/>
                    <a:pt x="3623" y="1"/>
                    <a:pt x="23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0"/>
            <p:cNvSpPr/>
            <p:nvPr/>
          </p:nvSpPr>
          <p:spPr>
            <a:xfrm>
              <a:off x="837030" y="3008014"/>
              <a:ext cx="310233" cy="485623"/>
            </a:xfrm>
            <a:custGeom>
              <a:avLst/>
              <a:gdLst/>
              <a:ahLst/>
              <a:cxnLst/>
              <a:rect l="l" t="t" r="r" b="b"/>
              <a:pathLst>
                <a:path w="3879" h="6072" extrusionOk="0">
                  <a:moveTo>
                    <a:pt x="1754" y="0"/>
                  </a:moveTo>
                  <a:cubicBezTo>
                    <a:pt x="1721" y="0"/>
                    <a:pt x="1688" y="2"/>
                    <a:pt x="1655" y="5"/>
                  </a:cubicBezTo>
                  <a:cubicBezTo>
                    <a:pt x="676" y="97"/>
                    <a:pt x="1" y="1527"/>
                    <a:pt x="160" y="3208"/>
                  </a:cubicBezTo>
                  <a:cubicBezTo>
                    <a:pt x="326" y="4819"/>
                    <a:pt x="1196" y="6071"/>
                    <a:pt x="2126" y="6071"/>
                  </a:cubicBezTo>
                  <a:cubicBezTo>
                    <a:pt x="2158" y="6071"/>
                    <a:pt x="2191" y="6070"/>
                    <a:pt x="2224" y="6067"/>
                  </a:cubicBezTo>
                  <a:cubicBezTo>
                    <a:pt x="3217" y="5974"/>
                    <a:pt x="3879" y="4531"/>
                    <a:pt x="3720" y="2864"/>
                  </a:cubicBezTo>
                  <a:cubicBezTo>
                    <a:pt x="3554" y="1253"/>
                    <a:pt x="2684" y="0"/>
                    <a:pt x="17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0"/>
            <p:cNvSpPr/>
            <p:nvPr/>
          </p:nvSpPr>
          <p:spPr>
            <a:xfrm>
              <a:off x="943960" y="3033847"/>
              <a:ext cx="86856" cy="182029"/>
            </a:xfrm>
            <a:custGeom>
              <a:avLst/>
              <a:gdLst/>
              <a:ahLst/>
              <a:cxnLst/>
              <a:rect l="l" t="t" r="r" b="b"/>
              <a:pathLst>
                <a:path w="1086" h="2276" extrusionOk="0">
                  <a:moveTo>
                    <a:pt x="1" y="171"/>
                  </a:moveTo>
                  <a:cubicBezTo>
                    <a:pt x="1" y="171"/>
                    <a:pt x="0" y="171"/>
                    <a:pt x="0" y="172"/>
                  </a:cubicBezTo>
                  <a:cubicBezTo>
                    <a:pt x="1" y="171"/>
                    <a:pt x="1" y="171"/>
                    <a:pt x="1" y="171"/>
                  </a:cubicBezTo>
                  <a:lnTo>
                    <a:pt x="1" y="171"/>
                  </a:lnTo>
                  <a:cubicBezTo>
                    <a:pt x="1" y="171"/>
                    <a:pt x="1" y="171"/>
                    <a:pt x="1" y="171"/>
                  </a:cubicBezTo>
                  <a:close/>
                  <a:moveTo>
                    <a:pt x="331" y="1"/>
                  </a:moveTo>
                  <a:cubicBezTo>
                    <a:pt x="233" y="1"/>
                    <a:pt x="120" y="44"/>
                    <a:pt x="1" y="171"/>
                  </a:cubicBezTo>
                  <a:lnTo>
                    <a:pt x="1" y="171"/>
                  </a:lnTo>
                  <a:cubicBezTo>
                    <a:pt x="12" y="173"/>
                    <a:pt x="543" y="848"/>
                    <a:pt x="530" y="2276"/>
                  </a:cubicBezTo>
                  <a:cubicBezTo>
                    <a:pt x="530" y="2276"/>
                    <a:pt x="1086" y="1045"/>
                    <a:pt x="662" y="172"/>
                  </a:cubicBezTo>
                  <a:cubicBezTo>
                    <a:pt x="662" y="172"/>
                    <a:pt x="527" y="1"/>
                    <a:pt x="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0"/>
            <p:cNvSpPr/>
            <p:nvPr/>
          </p:nvSpPr>
          <p:spPr>
            <a:xfrm>
              <a:off x="954517" y="3278257"/>
              <a:ext cx="89015" cy="180509"/>
            </a:xfrm>
            <a:custGeom>
              <a:avLst/>
              <a:gdLst/>
              <a:ahLst/>
              <a:cxnLst/>
              <a:rect l="l" t="t" r="r" b="b"/>
              <a:pathLst>
                <a:path w="1113" h="2257" extrusionOk="0">
                  <a:moveTo>
                    <a:pt x="557" y="1"/>
                  </a:moveTo>
                  <a:cubicBezTo>
                    <a:pt x="557" y="1"/>
                    <a:pt x="1" y="1232"/>
                    <a:pt x="451" y="2092"/>
                  </a:cubicBezTo>
                  <a:cubicBezTo>
                    <a:pt x="451" y="2092"/>
                    <a:pt x="580" y="2257"/>
                    <a:pt x="776" y="2257"/>
                  </a:cubicBezTo>
                  <a:cubicBezTo>
                    <a:pt x="874" y="2257"/>
                    <a:pt x="989" y="2216"/>
                    <a:pt x="1113" y="2092"/>
                  </a:cubicBezTo>
                  <a:cubicBezTo>
                    <a:pt x="1113" y="2092"/>
                    <a:pt x="557" y="1417"/>
                    <a:pt x="5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0"/>
            <p:cNvSpPr/>
            <p:nvPr/>
          </p:nvSpPr>
          <p:spPr>
            <a:xfrm>
              <a:off x="1009621" y="3264501"/>
              <a:ext cx="95333" cy="151477"/>
            </a:xfrm>
            <a:custGeom>
              <a:avLst/>
              <a:gdLst/>
              <a:ahLst/>
              <a:cxnLst/>
              <a:rect l="l" t="t" r="r" b="b"/>
              <a:pathLst>
                <a:path w="1192" h="1894" extrusionOk="0">
                  <a:moveTo>
                    <a:pt x="0" y="1"/>
                  </a:moveTo>
                  <a:cubicBezTo>
                    <a:pt x="0" y="1"/>
                    <a:pt x="93" y="1642"/>
                    <a:pt x="728" y="1893"/>
                  </a:cubicBezTo>
                  <a:cubicBezTo>
                    <a:pt x="728" y="1893"/>
                    <a:pt x="1085" y="1867"/>
                    <a:pt x="1191" y="1179"/>
                  </a:cubicBezTo>
                  <a:cubicBezTo>
                    <a:pt x="1191" y="1179"/>
                    <a:pt x="1189" y="1179"/>
                    <a:pt x="1186" y="1179"/>
                  </a:cubicBezTo>
                  <a:cubicBezTo>
                    <a:pt x="1126" y="1179"/>
                    <a:pt x="533" y="1154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0"/>
            <p:cNvSpPr/>
            <p:nvPr/>
          </p:nvSpPr>
          <p:spPr>
            <a:xfrm>
              <a:off x="881498" y="3077194"/>
              <a:ext cx="95333" cy="149318"/>
            </a:xfrm>
            <a:custGeom>
              <a:avLst/>
              <a:gdLst/>
              <a:ahLst/>
              <a:cxnLst/>
              <a:rect l="l" t="t" r="r" b="b"/>
              <a:pathLst>
                <a:path w="1192" h="1867" extrusionOk="0">
                  <a:moveTo>
                    <a:pt x="464" y="0"/>
                  </a:moveTo>
                  <a:cubicBezTo>
                    <a:pt x="464" y="0"/>
                    <a:pt x="120" y="13"/>
                    <a:pt x="1" y="702"/>
                  </a:cubicBezTo>
                  <a:cubicBezTo>
                    <a:pt x="1" y="728"/>
                    <a:pt x="649" y="675"/>
                    <a:pt x="1192" y="1866"/>
                  </a:cubicBezTo>
                  <a:cubicBezTo>
                    <a:pt x="1192" y="1866"/>
                    <a:pt x="1112" y="225"/>
                    <a:pt x="4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0"/>
            <p:cNvSpPr/>
            <p:nvPr/>
          </p:nvSpPr>
          <p:spPr>
            <a:xfrm>
              <a:off x="1012741" y="3236989"/>
              <a:ext cx="116527" cy="91974"/>
            </a:xfrm>
            <a:custGeom>
              <a:avLst/>
              <a:gdLst/>
              <a:ahLst/>
              <a:cxnLst/>
              <a:rect l="l" t="t" r="r" b="b"/>
              <a:pathLst>
                <a:path w="1457" h="1150" extrusionOk="0">
                  <a:moveTo>
                    <a:pt x="1311" y="1"/>
                  </a:moveTo>
                  <a:cubicBezTo>
                    <a:pt x="1292" y="1"/>
                    <a:pt x="1047" y="328"/>
                    <a:pt x="617" y="328"/>
                  </a:cubicBezTo>
                  <a:cubicBezTo>
                    <a:pt x="441" y="328"/>
                    <a:pt x="235" y="273"/>
                    <a:pt x="1" y="120"/>
                  </a:cubicBezTo>
                  <a:lnTo>
                    <a:pt x="1" y="120"/>
                  </a:lnTo>
                  <a:cubicBezTo>
                    <a:pt x="1" y="120"/>
                    <a:pt x="461" y="1150"/>
                    <a:pt x="963" y="1150"/>
                  </a:cubicBezTo>
                  <a:cubicBezTo>
                    <a:pt x="1039" y="1150"/>
                    <a:pt x="1116" y="1126"/>
                    <a:pt x="1192" y="1073"/>
                  </a:cubicBezTo>
                  <a:cubicBezTo>
                    <a:pt x="1192" y="1073"/>
                    <a:pt x="1457" y="715"/>
                    <a:pt x="13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0"/>
            <p:cNvSpPr/>
            <p:nvPr/>
          </p:nvSpPr>
          <p:spPr>
            <a:xfrm>
              <a:off x="857184" y="3163010"/>
              <a:ext cx="117567" cy="92054"/>
            </a:xfrm>
            <a:custGeom>
              <a:avLst/>
              <a:gdLst/>
              <a:ahLst/>
              <a:cxnLst/>
              <a:rect l="l" t="t" r="r" b="b"/>
              <a:pathLst>
                <a:path w="1470" h="1151" extrusionOk="0">
                  <a:moveTo>
                    <a:pt x="492" y="1"/>
                  </a:moveTo>
                  <a:cubicBezTo>
                    <a:pt x="416" y="1"/>
                    <a:pt x="340" y="24"/>
                    <a:pt x="265" y="79"/>
                  </a:cubicBezTo>
                  <a:cubicBezTo>
                    <a:pt x="265" y="79"/>
                    <a:pt x="0" y="449"/>
                    <a:pt x="172" y="1150"/>
                  </a:cubicBezTo>
                  <a:lnTo>
                    <a:pt x="172" y="1150"/>
                  </a:lnTo>
                  <a:cubicBezTo>
                    <a:pt x="177" y="1132"/>
                    <a:pt x="417" y="825"/>
                    <a:pt x="849" y="825"/>
                  </a:cubicBezTo>
                  <a:cubicBezTo>
                    <a:pt x="1025" y="825"/>
                    <a:pt x="1233" y="876"/>
                    <a:pt x="1469" y="1018"/>
                  </a:cubicBezTo>
                  <a:cubicBezTo>
                    <a:pt x="1469" y="1018"/>
                    <a:pt x="991" y="1"/>
                    <a:pt x="492" y="1"/>
                  </a:cubicBezTo>
                  <a:close/>
                  <a:moveTo>
                    <a:pt x="172" y="1150"/>
                  </a:moveTo>
                  <a:lnTo>
                    <a:pt x="172" y="1150"/>
                  </a:lnTo>
                  <a:cubicBezTo>
                    <a:pt x="172" y="1150"/>
                    <a:pt x="172" y="1151"/>
                    <a:pt x="172" y="1151"/>
                  </a:cubicBezTo>
                  <a:cubicBezTo>
                    <a:pt x="172" y="1150"/>
                    <a:pt x="172" y="1150"/>
                    <a:pt x="172" y="115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0"/>
            <p:cNvSpPr/>
            <p:nvPr/>
          </p:nvSpPr>
          <p:spPr>
            <a:xfrm>
              <a:off x="1007462" y="3119502"/>
              <a:ext cx="105970" cy="123325"/>
            </a:xfrm>
            <a:custGeom>
              <a:avLst/>
              <a:gdLst/>
              <a:ahLst/>
              <a:cxnLst/>
              <a:rect l="l" t="t" r="r" b="b"/>
              <a:pathLst>
                <a:path w="1325" h="1542" extrusionOk="0">
                  <a:moveTo>
                    <a:pt x="954" y="1"/>
                  </a:moveTo>
                  <a:cubicBezTo>
                    <a:pt x="954" y="1"/>
                    <a:pt x="808" y="1020"/>
                    <a:pt x="1" y="1351"/>
                  </a:cubicBezTo>
                  <a:cubicBezTo>
                    <a:pt x="1" y="1351"/>
                    <a:pt x="302" y="1541"/>
                    <a:pt x="618" y="1541"/>
                  </a:cubicBezTo>
                  <a:cubicBezTo>
                    <a:pt x="861" y="1541"/>
                    <a:pt x="1113" y="1429"/>
                    <a:pt x="1245" y="1033"/>
                  </a:cubicBezTo>
                  <a:cubicBezTo>
                    <a:pt x="1245" y="1033"/>
                    <a:pt x="1324" y="477"/>
                    <a:pt x="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0"/>
            <p:cNvSpPr/>
            <p:nvPr/>
          </p:nvSpPr>
          <p:spPr>
            <a:xfrm>
              <a:off x="875179" y="3248985"/>
              <a:ext cx="102691" cy="125725"/>
            </a:xfrm>
            <a:custGeom>
              <a:avLst/>
              <a:gdLst/>
              <a:ahLst/>
              <a:cxnLst/>
              <a:rect l="l" t="t" r="r" b="b"/>
              <a:pathLst>
                <a:path w="1284" h="1572" extrusionOk="0">
                  <a:moveTo>
                    <a:pt x="686" y="1"/>
                  </a:moveTo>
                  <a:cubicBezTo>
                    <a:pt x="443" y="1"/>
                    <a:pt x="189" y="115"/>
                    <a:pt x="66" y="526"/>
                  </a:cubicBezTo>
                  <a:cubicBezTo>
                    <a:pt x="66" y="526"/>
                    <a:pt x="0" y="1108"/>
                    <a:pt x="357" y="1571"/>
                  </a:cubicBezTo>
                  <a:lnTo>
                    <a:pt x="357" y="1571"/>
                  </a:lnTo>
                  <a:cubicBezTo>
                    <a:pt x="348" y="1542"/>
                    <a:pt x="488" y="521"/>
                    <a:pt x="1284" y="182"/>
                  </a:cubicBezTo>
                  <a:cubicBezTo>
                    <a:pt x="1284" y="182"/>
                    <a:pt x="993" y="1"/>
                    <a:pt x="686" y="1"/>
                  </a:cubicBezTo>
                  <a:close/>
                  <a:moveTo>
                    <a:pt x="357" y="1571"/>
                  </a:moveTo>
                  <a:lnTo>
                    <a:pt x="357" y="1571"/>
                  </a:lnTo>
                  <a:cubicBezTo>
                    <a:pt x="357" y="1571"/>
                    <a:pt x="357" y="1571"/>
                    <a:pt x="358" y="1571"/>
                  </a:cubicBezTo>
                  <a:cubicBezTo>
                    <a:pt x="357" y="1571"/>
                    <a:pt x="357" y="1571"/>
                    <a:pt x="357" y="15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0"/>
            <p:cNvSpPr/>
            <p:nvPr/>
          </p:nvSpPr>
          <p:spPr>
            <a:xfrm>
              <a:off x="997945" y="3046483"/>
              <a:ext cx="74139" cy="169392"/>
            </a:xfrm>
            <a:custGeom>
              <a:avLst/>
              <a:gdLst/>
              <a:ahLst/>
              <a:cxnLst/>
              <a:rect l="l" t="t" r="r" b="b"/>
              <a:pathLst>
                <a:path w="927" h="2118" extrusionOk="0">
                  <a:moveTo>
                    <a:pt x="252" y="0"/>
                  </a:moveTo>
                  <a:lnTo>
                    <a:pt x="252" y="0"/>
                  </a:lnTo>
                  <a:cubicBezTo>
                    <a:pt x="252" y="0"/>
                    <a:pt x="503" y="1046"/>
                    <a:pt x="0" y="2118"/>
                  </a:cubicBezTo>
                  <a:cubicBezTo>
                    <a:pt x="0" y="2118"/>
                    <a:pt x="927" y="1734"/>
                    <a:pt x="834" y="649"/>
                  </a:cubicBezTo>
                  <a:cubicBezTo>
                    <a:pt x="834" y="649"/>
                    <a:pt x="702" y="66"/>
                    <a:pt x="2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0"/>
            <p:cNvSpPr/>
            <p:nvPr/>
          </p:nvSpPr>
          <p:spPr>
            <a:xfrm>
              <a:off x="913249" y="3275138"/>
              <a:ext cx="74219" cy="169392"/>
            </a:xfrm>
            <a:custGeom>
              <a:avLst/>
              <a:gdLst/>
              <a:ahLst/>
              <a:cxnLst/>
              <a:rect l="l" t="t" r="r" b="b"/>
              <a:pathLst>
                <a:path w="928" h="2118" extrusionOk="0">
                  <a:moveTo>
                    <a:pt x="927" y="0"/>
                  </a:moveTo>
                  <a:cubicBezTo>
                    <a:pt x="927" y="0"/>
                    <a:pt x="1" y="397"/>
                    <a:pt x="120" y="1496"/>
                  </a:cubicBezTo>
                  <a:cubicBezTo>
                    <a:pt x="120" y="1496"/>
                    <a:pt x="252" y="2065"/>
                    <a:pt x="702" y="2118"/>
                  </a:cubicBezTo>
                  <a:lnTo>
                    <a:pt x="702" y="2118"/>
                  </a:lnTo>
                  <a:cubicBezTo>
                    <a:pt x="695" y="2104"/>
                    <a:pt x="444" y="1084"/>
                    <a:pt x="927" y="0"/>
                  </a:cubicBezTo>
                  <a:close/>
                  <a:moveTo>
                    <a:pt x="702" y="2118"/>
                  </a:moveTo>
                  <a:cubicBezTo>
                    <a:pt x="702" y="2118"/>
                    <a:pt x="702" y="2118"/>
                    <a:pt x="702" y="2118"/>
                  </a:cubicBezTo>
                  <a:cubicBezTo>
                    <a:pt x="702" y="2118"/>
                    <a:pt x="702" y="2118"/>
                    <a:pt x="702" y="2118"/>
                  </a:cubicBezTo>
                  <a:cubicBezTo>
                    <a:pt x="702" y="2118"/>
                    <a:pt x="702" y="2118"/>
                    <a:pt x="702" y="211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0"/>
            <p:cNvSpPr/>
            <p:nvPr/>
          </p:nvSpPr>
          <p:spPr>
            <a:xfrm>
              <a:off x="959875" y="3196760"/>
              <a:ext cx="59343" cy="95493"/>
            </a:xfrm>
            <a:custGeom>
              <a:avLst/>
              <a:gdLst/>
              <a:ahLst/>
              <a:cxnLst/>
              <a:rect l="l" t="t" r="r" b="b"/>
              <a:pathLst>
                <a:path w="742" h="1194" extrusionOk="0">
                  <a:moveTo>
                    <a:pt x="345" y="0"/>
                  </a:moveTo>
                  <a:cubicBezTo>
                    <a:pt x="340" y="0"/>
                    <a:pt x="336" y="0"/>
                    <a:pt x="331" y="1"/>
                  </a:cubicBezTo>
                  <a:cubicBezTo>
                    <a:pt x="132" y="40"/>
                    <a:pt x="0" y="318"/>
                    <a:pt x="26" y="636"/>
                  </a:cubicBezTo>
                  <a:cubicBezTo>
                    <a:pt x="64" y="951"/>
                    <a:pt x="234" y="1194"/>
                    <a:pt x="398" y="1194"/>
                  </a:cubicBezTo>
                  <a:cubicBezTo>
                    <a:pt x="407" y="1194"/>
                    <a:pt x="415" y="1193"/>
                    <a:pt x="424" y="1192"/>
                  </a:cubicBezTo>
                  <a:cubicBezTo>
                    <a:pt x="622" y="1179"/>
                    <a:pt x="741" y="901"/>
                    <a:pt x="728" y="570"/>
                  </a:cubicBezTo>
                  <a:cubicBezTo>
                    <a:pt x="689" y="247"/>
                    <a:pt x="525" y="0"/>
                    <a:pt x="3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0"/>
            <p:cNvSpPr/>
            <p:nvPr/>
          </p:nvSpPr>
          <p:spPr>
            <a:xfrm>
              <a:off x="1929442" y="2960988"/>
              <a:ext cx="524013" cy="867676"/>
            </a:xfrm>
            <a:custGeom>
              <a:avLst/>
              <a:gdLst/>
              <a:ahLst/>
              <a:cxnLst/>
              <a:rect l="l" t="t" r="r" b="b"/>
              <a:pathLst>
                <a:path w="6552" h="10849" extrusionOk="0">
                  <a:moveTo>
                    <a:pt x="2035" y="0"/>
                  </a:moveTo>
                  <a:cubicBezTo>
                    <a:pt x="1625" y="0"/>
                    <a:pt x="1232" y="36"/>
                    <a:pt x="1099" y="156"/>
                  </a:cubicBezTo>
                  <a:cubicBezTo>
                    <a:pt x="146" y="990"/>
                    <a:pt x="676" y="3280"/>
                    <a:pt x="834" y="5556"/>
                  </a:cubicBezTo>
                  <a:cubicBezTo>
                    <a:pt x="940" y="7383"/>
                    <a:pt x="1" y="9474"/>
                    <a:pt x="808" y="10321"/>
                  </a:cubicBezTo>
                  <a:cubicBezTo>
                    <a:pt x="1209" y="10734"/>
                    <a:pt x="1778" y="10849"/>
                    <a:pt x="2325" y="10849"/>
                  </a:cubicBezTo>
                  <a:cubicBezTo>
                    <a:pt x="2951" y="10849"/>
                    <a:pt x="3549" y="10699"/>
                    <a:pt x="3839" y="10678"/>
                  </a:cubicBezTo>
                  <a:cubicBezTo>
                    <a:pt x="5295" y="10585"/>
                    <a:pt x="6552" y="8230"/>
                    <a:pt x="6353" y="5291"/>
                  </a:cubicBezTo>
                  <a:cubicBezTo>
                    <a:pt x="6155" y="2353"/>
                    <a:pt x="4977" y="209"/>
                    <a:pt x="3124" y="63"/>
                  </a:cubicBezTo>
                  <a:cubicBezTo>
                    <a:pt x="2951" y="43"/>
                    <a:pt x="2483" y="0"/>
                    <a:pt x="20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0"/>
            <p:cNvSpPr/>
            <p:nvPr/>
          </p:nvSpPr>
          <p:spPr>
            <a:xfrm>
              <a:off x="1802438" y="2967786"/>
              <a:ext cx="527212" cy="850801"/>
            </a:xfrm>
            <a:custGeom>
              <a:avLst/>
              <a:gdLst/>
              <a:ahLst/>
              <a:cxnLst/>
              <a:rect l="l" t="t" r="r" b="b"/>
              <a:pathLst>
                <a:path w="6592" h="10638" extrusionOk="0">
                  <a:moveTo>
                    <a:pt x="3040" y="0"/>
                  </a:moveTo>
                  <a:cubicBezTo>
                    <a:pt x="2998" y="0"/>
                    <a:pt x="2955" y="2"/>
                    <a:pt x="2912" y="5"/>
                  </a:cubicBezTo>
                  <a:cubicBezTo>
                    <a:pt x="1205" y="124"/>
                    <a:pt x="0" y="2599"/>
                    <a:pt x="212" y="5537"/>
                  </a:cubicBezTo>
                  <a:cubicBezTo>
                    <a:pt x="419" y="8402"/>
                    <a:pt x="1895" y="10637"/>
                    <a:pt x="3552" y="10637"/>
                  </a:cubicBezTo>
                  <a:cubicBezTo>
                    <a:pt x="3594" y="10637"/>
                    <a:pt x="3637" y="10636"/>
                    <a:pt x="3680" y="10633"/>
                  </a:cubicBezTo>
                  <a:cubicBezTo>
                    <a:pt x="5387" y="10500"/>
                    <a:pt x="6591" y="8025"/>
                    <a:pt x="6380" y="5087"/>
                  </a:cubicBezTo>
                  <a:cubicBezTo>
                    <a:pt x="6173" y="2236"/>
                    <a:pt x="4696" y="0"/>
                    <a:pt x="3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0"/>
            <p:cNvSpPr/>
            <p:nvPr/>
          </p:nvSpPr>
          <p:spPr>
            <a:xfrm>
              <a:off x="1844746" y="3016572"/>
              <a:ext cx="459471" cy="746990"/>
            </a:xfrm>
            <a:custGeom>
              <a:avLst/>
              <a:gdLst/>
              <a:ahLst/>
              <a:cxnLst/>
              <a:rect l="l" t="t" r="r" b="b"/>
              <a:pathLst>
                <a:path w="5745" h="9340" extrusionOk="0">
                  <a:moveTo>
                    <a:pt x="2667" y="186"/>
                  </a:moveTo>
                  <a:cubicBezTo>
                    <a:pt x="4058" y="186"/>
                    <a:pt x="5312" y="2086"/>
                    <a:pt x="5480" y="4504"/>
                  </a:cubicBezTo>
                  <a:cubicBezTo>
                    <a:pt x="5639" y="6992"/>
                    <a:pt x="4593" y="9096"/>
                    <a:pt x="3164" y="9189"/>
                  </a:cubicBezTo>
                  <a:cubicBezTo>
                    <a:pt x="3126" y="9192"/>
                    <a:pt x="3089" y="9193"/>
                    <a:pt x="3051" y="9193"/>
                  </a:cubicBezTo>
                  <a:cubicBezTo>
                    <a:pt x="1654" y="9193"/>
                    <a:pt x="407" y="7285"/>
                    <a:pt x="252" y="4874"/>
                  </a:cubicBezTo>
                  <a:cubicBezTo>
                    <a:pt x="80" y="2386"/>
                    <a:pt x="1126" y="295"/>
                    <a:pt x="2568" y="189"/>
                  </a:cubicBezTo>
                  <a:cubicBezTo>
                    <a:pt x="2601" y="187"/>
                    <a:pt x="2634" y="186"/>
                    <a:pt x="2667" y="186"/>
                  </a:cubicBezTo>
                  <a:close/>
                  <a:moveTo>
                    <a:pt x="2667" y="1"/>
                  </a:moveTo>
                  <a:cubicBezTo>
                    <a:pt x="2635" y="1"/>
                    <a:pt x="2601" y="2"/>
                    <a:pt x="2568" y="4"/>
                  </a:cubicBezTo>
                  <a:cubicBezTo>
                    <a:pt x="1073" y="123"/>
                    <a:pt x="1" y="2307"/>
                    <a:pt x="160" y="4874"/>
                  </a:cubicBezTo>
                  <a:cubicBezTo>
                    <a:pt x="327" y="7382"/>
                    <a:pt x="1618" y="9340"/>
                    <a:pt x="3051" y="9340"/>
                  </a:cubicBezTo>
                  <a:cubicBezTo>
                    <a:pt x="3093" y="9340"/>
                    <a:pt x="3135" y="9338"/>
                    <a:pt x="3177" y="9335"/>
                  </a:cubicBezTo>
                  <a:cubicBezTo>
                    <a:pt x="4673" y="9229"/>
                    <a:pt x="5745" y="7045"/>
                    <a:pt x="5573" y="4477"/>
                  </a:cubicBezTo>
                  <a:cubicBezTo>
                    <a:pt x="5417" y="1967"/>
                    <a:pt x="4111" y="1"/>
                    <a:pt x="26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1894492" y="3115104"/>
              <a:ext cx="341984" cy="555124"/>
            </a:xfrm>
            <a:custGeom>
              <a:avLst/>
              <a:gdLst/>
              <a:ahLst/>
              <a:cxnLst/>
              <a:rect l="l" t="t" r="r" b="b"/>
              <a:pathLst>
                <a:path w="4276" h="6941" extrusionOk="0">
                  <a:moveTo>
                    <a:pt x="1979" y="0"/>
                  </a:moveTo>
                  <a:cubicBezTo>
                    <a:pt x="1955" y="0"/>
                    <a:pt x="1931" y="1"/>
                    <a:pt x="1907" y="3"/>
                  </a:cubicBezTo>
                  <a:cubicBezTo>
                    <a:pt x="795" y="82"/>
                    <a:pt x="1" y="1683"/>
                    <a:pt x="120" y="3603"/>
                  </a:cubicBezTo>
                  <a:cubicBezTo>
                    <a:pt x="236" y="5480"/>
                    <a:pt x="1202" y="6940"/>
                    <a:pt x="2285" y="6940"/>
                  </a:cubicBezTo>
                  <a:cubicBezTo>
                    <a:pt x="2309" y="6940"/>
                    <a:pt x="2333" y="6939"/>
                    <a:pt x="2357" y="6938"/>
                  </a:cubicBezTo>
                  <a:cubicBezTo>
                    <a:pt x="3468" y="6872"/>
                    <a:pt x="4276" y="5257"/>
                    <a:pt x="4157" y="3338"/>
                  </a:cubicBezTo>
                  <a:cubicBezTo>
                    <a:pt x="4027" y="1473"/>
                    <a:pt x="3074" y="0"/>
                    <a:pt x="19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0"/>
            <p:cNvSpPr/>
            <p:nvPr/>
          </p:nvSpPr>
          <p:spPr>
            <a:xfrm>
              <a:off x="2016217" y="3144055"/>
              <a:ext cx="98532" cy="208421"/>
            </a:xfrm>
            <a:custGeom>
              <a:avLst/>
              <a:gdLst/>
              <a:ahLst/>
              <a:cxnLst/>
              <a:rect l="l" t="t" r="r" b="b"/>
              <a:pathLst>
                <a:path w="1232" h="2606" extrusionOk="0">
                  <a:moveTo>
                    <a:pt x="374" y="0"/>
                  </a:moveTo>
                  <a:cubicBezTo>
                    <a:pt x="268" y="0"/>
                    <a:pt x="145" y="43"/>
                    <a:pt x="14" y="170"/>
                  </a:cubicBezTo>
                  <a:cubicBezTo>
                    <a:pt x="1" y="183"/>
                    <a:pt x="610" y="977"/>
                    <a:pt x="557" y="2605"/>
                  </a:cubicBezTo>
                  <a:cubicBezTo>
                    <a:pt x="557" y="2605"/>
                    <a:pt x="1232" y="1216"/>
                    <a:pt x="755" y="196"/>
                  </a:cubicBezTo>
                  <a:cubicBezTo>
                    <a:pt x="755" y="196"/>
                    <a:pt x="602" y="0"/>
                    <a:pt x="3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0"/>
            <p:cNvSpPr/>
            <p:nvPr/>
          </p:nvSpPr>
          <p:spPr>
            <a:xfrm>
              <a:off x="2019416" y="3423336"/>
              <a:ext cx="98532" cy="207782"/>
            </a:xfrm>
            <a:custGeom>
              <a:avLst/>
              <a:gdLst/>
              <a:ahLst/>
              <a:cxnLst/>
              <a:rect l="l" t="t" r="r" b="b"/>
              <a:pathLst>
                <a:path w="1232" h="2598" extrusionOk="0">
                  <a:moveTo>
                    <a:pt x="662" y="0"/>
                  </a:moveTo>
                  <a:cubicBezTo>
                    <a:pt x="662" y="0"/>
                    <a:pt x="1" y="1403"/>
                    <a:pt x="477" y="2396"/>
                  </a:cubicBezTo>
                  <a:cubicBezTo>
                    <a:pt x="477" y="2396"/>
                    <a:pt x="630" y="2598"/>
                    <a:pt x="862" y="2598"/>
                  </a:cubicBezTo>
                  <a:cubicBezTo>
                    <a:pt x="970" y="2598"/>
                    <a:pt x="1096" y="2553"/>
                    <a:pt x="1231" y="2422"/>
                  </a:cubicBezTo>
                  <a:cubicBezTo>
                    <a:pt x="1205" y="2422"/>
                    <a:pt x="609" y="1641"/>
                    <a:pt x="6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0"/>
            <p:cNvSpPr/>
            <p:nvPr/>
          </p:nvSpPr>
          <p:spPr>
            <a:xfrm>
              <a:off x="2086117" y="3410619"/>
              <a:ext cx="103811" cy="172591"/>
            </a:xfrm>
            <a:custGeom>
              <a:avLst/>
              <a:gdLst/>
              <a:ahLst/>
              <a:cxnLst/>
              <a:rect l="l" t="t" r="r" b="b"/>
              <a:pathLst>
                <a:path w="1298" h="2158" extrusionOk="0">
                  <a:moveTo>
                    <a:pt x="0" y="0"/>
                  </a:moveTo>
                  <a:cubicBezTo>
                    <a:pt x="0" y="1"/>
                    <a:pt x="27" y="1880"/>
                    <a:pt x="755" y="2158"/>
                  </a:cubicBezTo>
                  <a:cubicBezTo>
                    <a:pt x="755" y="2158"/>
                    <a:pt x="1152" y="2158"/>
                    <a:pt x="1297" y="1363"/>
                  </a:cubicBezTo>
                  <a:cubicBezTo>
                    <a:pt x="1297" y="1363"/>
                    <a:pt x="1295" y="1364"/>
                    <a:pt x="1293" y="1364"/>
                  </a:cubicBezTo>
                  <a:cubicBezTo>
                    <a:pt x="1231" y="1364"/>
                    <a:pt x="536" y="133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0"/>
            <p:cNvSpPr/>
            <p:nvPr/>
          </p:nvSpPr>
          <p:spPr>
            <a:xfrm>
              <a:off x="1945357" y="3191482"/>
              <a:ext cx="103811" cy="173711"/>
            </a:xfrm>
            <a:custGeom>
              <a:avLst/>
              <a:gdLst/>
              <a:ahLst/>
              <a:cxnLst/>
              <a:rect l="l" t="t" r="r" b="b"/>
              <a:pathLst>
                <a:path w="1298" h="2172" extrusionOk="0">
                  <a:moveTo>
                    <a:pt x="529" y="1"/>
                  </a:moveTo>
                  <a:cubicBezTo>
                    <a:pt x="529" y="1"/>
                    <a:pt x="132" y="27"/>
                    <a:pt x="0" y="821"/>
                  </a:cubicBezTo>
                  <a:cubicBezTo>
                    <a:pt x="0" y="821"/>
                    <a:pt x="1" y="821"/>
                    <a:pt x="3" y="821"/>
                  </a:cubicBezTo>
                  <a:cubicBezTo>
                    <a:pt x="53" y="821"/>
                    <a:pt x="736" y="846"/>
                    <a:pt x="1297" y="2171"/>
                  </a:cubicBezTo>
                  <a:cubicBezTo>
                    <a:pt x="1297" y="2171"/>
                    <a:pt x="1244" y="292"/>
                    <a:pt x="5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0"/>
            <p:cNvSpPr/>
            <p:nvPr/>
          </p:nvSpPr>
          <p:spPr>
            <a:xfrm>
              <a:off x="2088197" y="3380948"/>
              <a:ext cx="130283" cy="105330"/>
            </a:xfrm>
            <a:custGeom>
              <a:avLst/>
              <a:gdLst/>
              <a:ahLst/>
              <a:cxnLst/>
              <a:rect l="l" t="t" r="r" b="b"/>
              <a:pathLst>
                <a:path w="1629" h="1317" extrusionOk="0">
                  <a:moveTo>
                    <a:pt x="1457" y="1"/>
                  </a:moveTo>
                  <a:cubicBezTo>
                    <a:pt x="1457" y="1"/>
                    <a:pt x="1457" y="1"/>
                    <a:pt x="1457" y="1"/>
                  </a:cubicBezTo>
                  <a:lnTo>
                    <a:pt x="1457" y="1"/>
                  </a:lnTo>
                  <a:cubicBezTo>
                    <a:pt x="1457" y="1"/>
                    <a:pt x="1457" y="1"/>
                    <a:pt x="1457" y="1"/>
                  </a:cubicBezTo>
                  <a:close/>
                  <a:moveTo>
                    <a:pt x="1457" y="1"/>
                  </a:moveTo>
                  <a:cubicBezTo>
                    <a:pt x="1452" y="19"/>
                    <a:pt x="1183" y="358"/>
                    <a:pt x="719" y="358"/>
                  </a:cubicBezTo>
                  <a:cubicBezTo>
                    <a:pt x="516" y="358"/>
                    <a:pt x="274" y="293"/>
                    <a:pt x="1" y="107"/>
                  </a:cubicBezTo>
                  <a:lnTo>
                    <a:pt x="1" y="107"/>
                  </a:lnTo>
                  <a:cubicBezTo>
                    <a:pt x="1" y="107"/>
                    <a:pt x="505" y="1316"/>
                    <a:pt x="1064" y="1316"/>
                  </a:cubicBezTo>
                  <a:cubicBezTo>
                    <a:pt x="1146" y="1316"/>
                    <a:pt x="1229" y="1291"/>
                    <a:pt x="1311" y="1232"/>
                  </a:cubicBezTo>
                  <a:cubicBezTo>
                    <a:pt x="1311" y="1232"/>
                    <a:pt x="1629" y="835"/>
                    <a:pt x="14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1916725" y="3290494"/>
              <a:ext cx="129244" cy="105330"/>
            </a:xfrm>
            <a:custGeom>
              <a:avLst/>
              <a:gdLst/>
              <a:ahLst/>
              <a:cxnLst/>
              <a:rect l="l" t="t" r="r" b="b"/>
              <a:pathLst>
                <a:path w="1616" h="1317" extrusionOk="0">
                  <a:moveTo>
                    <a:pt x="545" y="1"/>
                  </a:moveTo>
                  <a:cubicBezTo>
                    <a:pt x="462" y="1"/>
                    <a:pt x="377" y="27"/>
                    <a:pt x="292" y="86"/>
                  </a:cubicBezTo>
                  <a:cubicBezTo>
                    <a:pt x="292" y="86"/>
                    <a:pt x="1" y="510"/>
                    <a:pt x="146" y="1317"/>
                  </a:cubicBezTo>
                  <a:cubicBezTo>
                    <a:pt x="146" y="1317"/>
                    <a:pt x="416" y="949"/>
                    <a:pt x="899" y="949"/>
                  </a:cubicBezTo>
                  <a:cubicBezTo>
                    <a:pt x="1101" y="949"/>
                    <a:pt x="1342" y="1014"/>
                    <a:pt x="1615" y="1198"/>
                  </a:cubicBezTo>
                  <a:cubicBezTo>
                    <a:pt x="1615" y="1198"/>
                    <a:pt x="1112" y="1"/>
                    <a:pt x="5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2082918" y="3244427"/>
              <a:ext cx="120766" cy="142520"/>
            </a:xfrm>
            <a:custGeom>
              <a:avLst/>
              <a:gdLst/>
              <a:ahLst/>
              <a:cxnLst/>
              <a:rect l="l" t="t" r="r" b="b"/>
              <a:pathLst>
                <a:path w="1510" h="1782" extrusionOk="0">
                  <a:moveTo>
                    <a:pt x="1126" y="0"/>
                  </a:moveTo>
                  <a:cubicBezTo>
                    <a:pt x="1126" y="0"/>
                    <a:pt x="927" y="1178"/>
                    <a:pt x="1" y="1549"/>
                  </a:cubicBezTo>
                  <a:cubicBezTo>
                    <a:pt x="1" y="1549"/>
                    <a:pt x="348" y="1782"/>
                    <a:pt x="710" y="1782"/>
                  </a:cubicBezTo>
                  <a:cubicBezTo>
                    <a:pt x="977" y="1782"/>
                    <a:pt x="1252" y="1656"/>
                    <a:pt x="1404" y="1218"/>
                  </a:cubicBezTo>
                  <a:cubicBezTo>
                    <a:pt x="1404" y="1218"/>
                    <a:pt x="1509" y="569"/>
                    <a:pt x="11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0"/>
            <p:cNvSpPr/>
            <p:nvPr/>
          </p:nvSpPr>
          <p:spPr>
            <a:xfrm>
              <a:off x="1930481" y="3389425"/>
              <a:ext cx="119726" cy="140840"/>
            </a:xfrm>
            <a:custGeom>
              <a:avLst/>
              <a:gdLst/>
              <a:ahLst/>
              <a:cxnLst/>
              <a:rect l="l" t="t" r="r" b="b"/>
              <a:pathLst>
                <a:path w="1497" h="1761" extrusionOk="0">
                  <a:moveTo>
                    <a:pt x="798" y="1"/>
                  </a:moveTo>
                  <a:cubicBezTo>
                    <a:pt x="530" y="1"/>
                    <a:pt x="254" y="127"/>
                    <a:pt x="107" y="570"/>
                  </a:cubicBezTo>
                  <a:cubicBezTo>
                    <a:pt x="107" y="570"/>
                    <a:pt x="1" y="1218"/>
                    <a:pt x="397" y="1760"/>
                  </a:cubicBezTo>
                  <a:lnTo>
                    <a:pt x="397" y="1760"/>
                  </a:lnTo>
                  <a:cubicBezTo>
                    <a:pt x="389" y="1732"/>
                    <a:pt x="582" y="591"/>
                    <a:pt x="1496" y="226"/>
                  </a:cubicBezTo>
                  <a:cubicBezTo>
                    <a:pt x="1496" y="226"/>
                    <a:pt x="1155" y="1"/>
                    <a:pt x="798" y="1"/>
                  </a:cubicBezTo>
                  <a:close/>
                  <a:moveTo>
                    <a:pt x="397" y="1760"/>
                  </a:moveTo>
                  <a:cubicBezTo>
                    <a:pt x="398" y="1761"/>
                    <a:pt x="398" y="1761"/>
                    <a:pt x="398" y="1761"/>
                  </a:cubicBezTo>
                  <a:cubicBezTo>
                    <a:pt x="398" y="1761"/>
                    <a:pt x="398" y="1760"/>
                    <a:pt x="397" y="17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0"/>
            <p:cNvSpPr/>
            <p:nvPr/>
          </p:nvSpPr>
          <p:spPr>
            <a:xfrm>
              <a:off x="2072361" y="3161810"/>
              <a:ext cx="84776" cy="191706"/>
            </a:xfrm>
            <a:custGeom>
              <a:avLst/>
              <a:gdLst/>
              <a:ahLst/>
              <a:cxnLst/>
              <a:rect l="l" t="t" r="r" b="b"/>
              <a:pathLst>
                <a:path w="1060" h="2397" extrusionOk="0">
                  <a:moveTo>
                    <a:pt x="344" y="1"/>
                  </a:moveTo>
                  <a:lnTo>
                    <a:pt x="344" y="1"/>
                  </a:lnTo>
                  <a:cubicBezTo>
                    <a:pt x="345" y="1"/>
                    <a:pt x="345" y="1"/>
                    <a:pt x="345" y="1"/>
                  </a:cubicBezTo>
                  <a:lnTo>
                    <a:pt x="345" y="1"/>
                  </a:lnTo>
                  <a:cubicBezTo>
                    <a:pt x="345" y="1"/>
                    <a:pt x="345" y="1"/>
                    <a:pt x="344" y="1"/>
                  </a:cubicBezTo>
                  <a:close/>
                  <a:moveTo>
                    <a:pt x="345" y="1"/>
                  </a:moveTo>
                  <a:cubicBezTo>
                    <a:pt x="373" y="10"/>
                    <a:pt x="607" y="1197"/>
                    <a:pt x="0" y="2397"/>
                  </a:cubicBezTo>
                  <a:cubicBezTo>
                    <a:pt x="0" y="2397"/>
                    <a:pt x="1059" y="1986"/>
                    <a:pt x="980" y="742"/>
                  </a:cubicBezTo>
                  <a:cubicBezTo>
                    <a:pt x="980" y="742"/>
                    <a:pt x="847" y="81"/>
                    <a:pt x="3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1975989" y="3422216"/>
              <a:ext cx="83736" cy="192746"/>
            </a:xfrm>
            <a:custGeom>
              <a:avLst/>
              <a:gdLst/>
              <a:ahLst/>
              <a:cxnLst/>
              <a:rect l="l" t="t" r="r" b="b"/>
              <a:pathLst>
                <a:path w="1047" h="2410" extrusionOk="0">
                  <a:moveTo>
                    <a:pt x="1046" y="1"/>
                  </a:moveTo>
                  <a:cubicBezTo>
                    <a:pt x="1046" y="1"/>
                    <a:pt x="1" y="424"/>
                    <a:pt x="67" y="1668"/>
                  </a:cubicBezTo>
                  <a:cubicBezTo>
                    <a:pt x="67" y="1668"/>
                    <a:pt x="199" y="2330"/>
                    <a:pt x="689" y="2410"/>
                  </a:cubicBezTo>
                  <a:cubicBezTo>
                    <a:pt x="716" y="2410"/>
                    <a:pt x="464" y="1218"/>
                    <a:pt x="10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/>
            <p:cNvSpPr/>
            <p:nvPr/>
          </p:nvSpPr>
          <p:spPr>
            <a:xfrm>
              <a:off x="2029973" y="3332242"/>
              <a:ext cx="64702" cy="108210"/>
            </a:xfrm>
            <a:custGeom>
              <a:avLst/>
              <a:gdLst/>
              <a:ahLst/>
              <a:cxnLst/>
              <a:rect l="l" t="t" r="r" b="b"/>
              <a:pathLst>
                <a:path w="809" h="1353" extrusionOk="0">
                  <a:moveTo>
                    <a:pt x="386" y="0"/>
                  </a:moveTo>
                  <a:cubicBezTo>
                    <a:pt x="381" y="0"/>
                    <a:pt x="376" y="1"/>
                    <a:pt x="371" y="1"/>
                  </a:cubicBezTo>
                  <a:cubicBezTo>
                    <a:pt x="146" y="27"/>
                    <a:pt x="1" y="345"/>
                    <a:pt x="14" y="716"/>
                  </a:cubicBezTo>
                  <a:cubicBezTo>
                    <a:pt x="52" y="1070"/>
                    <a:pt x="224" y="1353"/>
                    <a:pt x="424" y="1353"/>
                  </a:cubicBezTo>
                  <a:cubicBezTo>
                    <a:pt x="433" y="1353"/>
                    <a:pt x="442" y="1352"/>
                    <a:pt x="451" y="1351"/>
                  </a:cubicBezTo>
                  <a:cubicBezTo>
                    <a:pt x="663" y="1338"/>
                    <a:pt x="808" y="1020"/>
                    <a:pt x="795" y="649"/>
                  </a:cubicBezTo>
                  <a:cubicBezTo>
                    <a:pt x="756" y="274"/>
                    <a:pt x="591" y="0"/>
                    <a:pt x="3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3339364" y="2913241"/>
              <a:ext cx="521933" cy="855199"/>
            </a:xfrm>
            <a:custGeom>
              <a:avLst/>
              <a:gdLst/>
              <a:ahLst/>
              <a:cxnLst/>
              <a:rect l="l" t="t" r="r" b="b"/>
              <a:pathLst>
                <a:path w="6526" h="10693" extrusionOk="0">
                  <a:moveTo>
                    <a:pt x="2080" y="0"/>
                  </a:moveTo>
                  <a:cubicBezTo>
                    <a:pt x="1662" y="0"/>
                    <a:pt x="1255" y="35"/>
                    <a:pt x="1113" y="157"/>
                  </a:cubicBezTo>
                  <a:cubicBezTo>
                    <a:pt x="160" y="965"/>
                    <a:pt x="663" y="3241"/>
                    <a:pt x="835" y="5465"/>
                  </a:cubicBezTo>
                  <a:cubicBezTo>
                    <a:pt x="954" y="7278"/>
                    <a:pt x="1" y="9330"/>
                    <a:pt x="822" y="10163"/>
                  </a:cubicBezTo>
                  <a:cubicBezTo>
                    <a:pt x="1213" y="10580"/>
                    <a:pt x="1779" y="10693"/>
                    <a:pt x="2326" y="10693"/>
                  </a:cubicBezTo>
                  <a:cubicBezTo>
                    <a:pt x="2944" y="10693"/>
                    <a:pt x="3538" y="10548"/>
                    <a:pt x="3826" y="10534"/>
                  </a:cubicBezTo>
                  <a:cubicBezTo>
                    <a:pt x="5282" y="10428"/>
                    <a:pt x="6526" y="8112"/>
                    <a:pt x="6327" y="5213"/>
                  </a:cubicBezTo>
                  <a:cubicBezTo>
                    <a:pt x="6129" y="2328"/>
                    <a:pt x="4951" y="210"/>
                    <a:pt x="3138" y="52"/>
                  </a:cubicBezTo>
                  <a:cubicBezTo>
                    <a:pt x="2968" y="38"/>
                    <a:pt x="2518" y="0"/>
                    <a:pt x="20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3213399" y="2918040"/>
              <a:ext cx="525132" cy="840244"/>
            </a:xfrm>
            <a:custGeom>
              <a:avLst/>
              <a:gdLst/>
              <a:ahLst/>
              <a:cxnLst/>
              <a:rect l="l" t="t" r="r" b="b"/>
              <a:pathLst>
                <a:path w="6566" h="10506" extrusionOk="0">
                  <a:moveTo>
                    <a:pt x="3028" y="0"/>
                  </a:moveTo>
                  <a:cubicBezTo>
                    <a:pt x="2985" y="0"/>
                    <a:pt x="2942" y="2"/>
                    <a:pt x="2899" y="5"/>
                  </a:cubicBezTo>
                  <a:cubicBezTo>
                    <a:pt x="1205" y="137"/>
                    <a:pt x="1" y="2586"/>
                    <a:pt x="213" y="5484"/>
                  </a:cubicBezTo>
                  <a:cubicBezTo>
                    <a:pt x="419" y="8301"/>
                    <a:pt x="1887" y="10506"/>
                    <a:pt x="3525" y="10506"/>
                  </a:cubicBezTo>
                  <a:cubicBezTo>
                    <a:pt x="3572" y="10506"/>
                    <a:pt x="3620" y="10504"/>
                    <a:pt x="3667" y="10500"/>
                  </a:cubicBezTo>
                  <a:cubicBezTo>
                    <a:pt x="5361" y="10381"/>
                    <a:pt x="6566" y="7933"/>
                    <a:pt x="6354" y="5034"/>
                  </a:cubicBezTo>
                  <a:cubicBezTo>
                    <a:pt x="6147" y="2209"/>
                    <a:pt x="4671" y="0"/>
                    <a:pt x="3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3255787" y="2967866"/>
              <a:ext cx="456272" cy="737393"/>
            </a:xfrm>
            <a:custGeom>
              <a:avLst/>
              <a:gdLst/>
              <a:ahLst/>
              <a:cxnLst/>
              <a:rect l="l" t="t" r="r" b="b"/>
              <a:pathLst>
                <a:path w="5705" h="9220" extrusionOk="0">
                  <a:moveTo>
                    <a:pt x="2669" y="185"/>
                  </a:moveTo>
                  <a:cubicBezTo>
                    <a:pt x="4066" y="185"/>
                    <a:pt x="5299" y="2054"/>
                    <a:pt x="5453" y="4438"/>
                  </a:cubicBezTo>
                  <a:cubicBezTo>
                    <a:pt x="5625" y="6873"/>
                    <a:pt x="4593" y="8951"/>
                    <a:pt x="3150" y="9057"/>
                  </a:cubicBezTo>
                  <a:cubicBezTo>
                    <a:pt x="3116" y="9059"/>
                    <a:pt x="3083" y="9060"/>
                    <a:pt x="3049" y="9060"/>
                  </a:cubicBezTo>
                  <a:cubicBezTo>
                    <a:pt x="1648" y="9060"/>
                    <a:pt x="420" y="7199"/>
                    <a:pt x="265" y="4808"/>
                  </a:cubicBezTo>
                  <a:cubicBezTo>
                    <a:pt x="93" y="2360"/>
                    <a:pt x="1125" y="282"/>
                    <a:pt x="2555" y="189"/>
                  </a:cubicBezTo>
                  <a:cubicBezTo>
                    <a:pt x="2593" y="186"/>
                    <a:pt x="2631" y="185"/>
                    <a:pt x="2669" y="185"/>
                  </a:cubicBezTo>
                  <a:close/>
                  <a:moveTo>
                    <a:pt x="2643" y="1"/>
                  </a:moveTo>
                  <a:cubicBezTo>
                    <a:pt x="2610" y="1"/>
                    <a:pt x="2576" y="2"/>
                    <a:pt x="2542" y="4"/>
                  </a:cubicBezTo>
                  <a:cubicBezTo>
                    <a:pt x="1059" y="123"/>
                    <a:pt x="0" y="2267"/>
                    <a:pt x="159" y="4808"/>
                  </a:cubicBezTo>
                  <a:cubicBezTo>
                    <a:pt x="327" y="7284"/>
                    <a:pt x="1613" y="9220"/>
                    <a:pt x="3037" y="9220"/>
                  </a:cubicBezTo>
                  <a:cubicBezTo>
                    <a:pt x="3075" y="9220"/>
                    <a:pt x="3113" y="9218"/>
                    <a:pt x="3150" y="9216"/>
                  </a:cubicBezTo>
                  <a:cubicBezTo>
                    <a:pt x="4646" y="9110"/>
                    <a:pt x="5705" y="6952"/>
                    <a:pt x="5533" y="4424"/>
                  </a:cubicBezTo>
                  <a:cubicBezTo>
                    <a:pt x="5378" y="1928"/>
                    <a:pt x="4097" y="1"/>
                    <a:pt x="26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3306573" y="3065278"/>
              <a:ext cx="339904" cy="546806"/>
            </a:xfrm>
            <a:custGeom>
              <a:avLst/>
              <a:gdLst/>
              <a:ahLst/>
              <a:cxnLst/>
              <a:rect l="l" t="t" r="r" b="b"/>
              <a:pathLst>
                <a:path w="4250" h="6837" extrusionOk="0">
                  <a:moveTo>
                    <a:pt x="1991" y="1"/>
                  </a:moveTo>
                  <a:cubicBezTo>
                    <a:pt x="1963" y="1"/>
                    <a:pt x="1935" y="2"/>
                    <a:pt x="1907" y="4"/>
                  </a:cubicBezTo>
                  <a:cubicBezTo>
                    <a:pt x="795" y="70"/>
                    <a:pt x="1" y="1658"/>
                    <a:pt x="133" y="3551"/>
                  </a:cubicBezTo>
                  <a:cubicBezTo>
                    <a:pt x="249" y="5394"/>
                    <a:pt x="1194" y="6836"/>
                    <a:pt x="2270" y="6836"/>
                  </a:cubicBezTo>
                  <a:cubicBezTo>
                    <a:pt x="2299" y="6836"/>
                    <a:pt x="2328" y="6835"/>
                    <a:pt x="2357" y="6833"/>
                  </a:cubicBezTo>
                  <a:cubicBezTo>
                    <a:pt x="3455" y="6767"/>
                    <a:pt x="4249" y="5179"/>
                    <a:pt x="4130" y="3286"/>
                  </a:cubicBezTo>
                  <a:cubicBezTo>
                    <a:pt x="4001" y="1455"/>
                    <a:pt x="3055" y="1"/>
                    <a:pt x="19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3426219" y="3093430"/>
              <a:ext cx="97413" cy="206102"/>
            </a:xfrm>
            <a:custGeom>
              <a:avLst/>
              <a:gdLst/>
              <a:ahLst/>
              <a:cxnLst/>
              <a:rect l="l" t="t" r="r" b="b"/>
              <a:pathLst>
                <a:path w="1218" h="2577" extrusionOk="0">
                  <a:moveTo>
                    <a:pt x="354" y="1"/>
                  </a:moveTo>
                  <a:cubicBezTo>
                    <a:pt x="249" y="1"/>
                    <a:pt x="128" y="44"/>
                    <a:pt x="0" y="168"/>
                  </a:cubicBezTo>
                  <a:cubicBezTo>
                    <a:pt x="13" y="194"/>
                    <a:pt x="609" y="962"/>
                    <a:pt x="543" y="2577"/>
                  </a:cubicBezTo>
                  <a:cubicBezTo>
                    <a:pt x="543" y="2577"/>
                    <a:pt x="1218" y="1200"/>
                    <a:pt x="741" y="207"/>
                  </a:cubicBezTo>
                  <a:cubicBezTo>
                    <a:pt x="741" y="207"/>
                    <a:pt x="585" y="1"/>
                    <a:pt x="354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/>
            <p:cNvSpPr/>
            <p:nvPr/>
          </p:nvSpPr>
          <p:spPr>
            <a:xfrm>
              <a:off x="3428299" y="3369351"/>
              <a:ext cx="97493" cy="204902"/>
            </a:xfrm>
            <a:custGeom>
              <a:avLst/>
              <a:gdLst/>
              <a:ahLst/>
              <a:cxnLst/>
              <a:rect l="l" t="t" r="r" b="b"/>
              <a:pathLst>
                <a:path w="1219" h="2562" extrusionOk="0">
                  <a:moveTo>
                    <a:pt x="662" y="0"/>
                  </a:moveTo>
                  <a:cubicBezTo>
                    <a:pt x="662" y="0"/>
                    <a:pt x="1" y="1390"/>
                    <a:pt x="490" y="2369"/>
                  </a:cubicBezTo>
                  <a:cubicBezTo>
                    <a:pt x="490" y="2369"/>
                    <a:pt x="641" y="2561"/>
                    <a:pt x="860" y="2561"/>
                  </a:cubicBezTo>
                  <a:cubicBezTo>
                    <a:pt x="966" y="2561"/>
                    <a:pt x="1089" y="2516"/>
                    <a:pt x="1218" y="2382"/>
                  </a:cubicBezTo>
                  <a:cubicBezTo>
                    <a:pt x="1205" y="2382"/>
                    <a:pt x="636" y="1615"/>
                    <a:pt x="6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/>
            <p:cNvSpPr/>
            <p:nvPr/>
          </p:nvSpPr>
          <p:spPr>
            <a:xfrm>
              <a:off x="3495000" y="3355595"/>
              <a:ext cx="102771" cy="172591"/>
            </a:xfrm>
            <a:custGeom>
              <a:avLst/>
              <a:gdLst/>
              <a:ahLst/>
              <a:cxnLst/>
              <a:rect l="l" t="t" r="r" b="b"/>
              <a:pathLst>
                <a:path w="1285" h="2158" extrusionOk="0">
                  <a:moveTo>
                    <a:pt x="1" y="0"/>
                  </a:moveTo>
                  <a:cubicBezTo>
                    <a:pt x="1" y="0"/>
                    <a:pt x="27" y="1853"/>
                    <a:pt x="742" y="2157"/>
                  </a:cubicBezTo>
                  <a:cubicBezTo>
                    <a:pt x="742" y="2157"/>
                    <a:pt x="1139" y="2157"/>
                    <a:pt x="1284" y="1376"/>
                  </a:cubicBezTo>
                  <a:cubicBezTo>
                    <a:pt x="1284" y="1363"/>
                    <a:pt x="556" y="1376"/>
                    <a:pt x="1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/>
            <p:cNvSpPr/>
            <p:nvPr/>
          </p:nvSpPr>
          <p:spPr>
            <a:xfrm>
              <a:off x="3356319" y="3141736"/>
              <a:ext cx="102771" cy="170512"/>
            </a:xfrm>
            <a:custGeom>
              <a:avLst/>
              <a:gdLst/>
              <a:ahLst/>
              <a:cxnLst/>
              <a:rect l="l" t="t" r="r" b="b"/>
              <a:pathLst>
                <a:path w="1285" h="2132" extrusionOk="0">
                  <a:moveTo>
                    <a:pt x="530" y="0"/>
                  </a:moveTo>
                  <a:cubicBezTo>
                    <a:pt x="530" y="0"/>
                    <a:pt x="120" y="14"/>
                    <a:pt x="1" y="795"/>
                  </a:cubicBezTo>
                  <a:cubicBezTo>
                    <a:pt x="1" y="795"/>
                    <a:pt x="3" y="794"/>
                    <a:pt x="7" y="794"/>
                  </a:cubicBezTo>
                  <a:cubicBezTo>
                    <a:pt x="77" y="794"/>
                    <a:pt x="734" y="830"/>
                    <a:pt x="1285" y="2131"/>
                  </a:cubicBezTo>
                  <a:cubicBezTo>
                    <a:pt x="1285" y="2131"/>
                    <a:pt x="1232" y="278"/>
                    <a:pt x="530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/>
            <p:cNvSpPr/>
            <p:nvPr/>
          </p:nvSpPr>
          <p:spPr>
            <a:xfrm>
              <a:off x="3497159" y="3326963"/>
              <a:ext cx="130203" cy="103251"/>
            </a:xfrm>
            <a:custGeom>
              <a:avLst/>
              <a:gdLst/>
              <a:ahLst/>
              <a:cxnLst/>
              <a:rect l="l" t="t" r="r" b="b"/>
              <a:pathLst>
                <a:path w="1628" h="1291" extrusionOk="0">
                  <a:moveTo>
                    <a:pt x="1456" y="1"/>
                  </a:moveTo>
                  <a:lnTo>
                    <a:pt x="1456" y="1"/>
                  </a:lnTo>
                  <a:cubicBezTo>
                    <a:pt x="1456" y="2"/>
                    <a:pt x="1456" y="3"/>
                    <a:pt x="1457" y="4"/>
                  </a:cubicBezTo>
                  <a:lnTo>
                    <a:pt x="1457" y="4"/>
                  </a:lnTo>
                  <a:cubicBezTo>
                    <a:pt x="1457" y="2"/>
                    <a:pt x="1457" y="1"/>
                    <a:pt x="1456" y="1"/>
                  </a:cubicBezTo>
                  <a:close/>
                  <a:moveTo>
                    <a:pt x="1457" y="4"/>
                  </a:moveTo>
                  <a:cubicBezTo>
                    <a:pt x="1449" y="41"/>
                    <a:pt x="1185" y="356"/>
                    <a:pt x="736" y="356"/>
                  </a:cubicBezTo>
                  <a:cubicBezTo>
                    <a:pt x="528" y="356"/>
                    <a:pt x="280" y="288"/>
                    <a:pt x="0" y="93"/>
                  </a:cubicBezTo>
                  <a:lnTo>
                    <a:pt x="0" y="93"/>
                  </a:lnTo>
                  <a:cubicBezTo>
                    <a:pt x="0" y="93"/>
                    <a:pt x="493" y="1290"/>
                    <a:pt x="1058" y="1290"/>
                  </a:cubicBezTo>
                  <a:cubicBezTo>
                    <a:pt x="1141" y="1290"/>
                    <a:pt x="1225" y="1264"/>
                    <a:pt x="1310" y="1205"/>
                  </a:cubicBezTo>
                  <a:cubicBezTo>
                    <a:pt x="1310" y="1205"/>
                    <a:pt x="1627" y="809"/>
                    <a:pt x="1457" y="4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/>
            <p:cNvSpPr/>
            <p:nvPr/>
          </p:nvSpPr>
          <p:spPr>
            <a:xfrm>
              <a:off x="3326727" y="3237549"/>
              <a:ext cx="128124" cy="104291"/>
            </a:xfrm>
            <a:custGeom>
              <a:avLst/>
              <a:gdLst/>
              <a:ahLst/>
              <a:cxnLst/>
              <a:rect l="l" t="t" r="r" b="b"/>
              <a:pathLst>
                <a:path w="1602" h="1304" extrusionOk="0">
                  <a:moveTo>
                    <a:pt x="542" y="0"/>
                  </a:moveTo>
                  <a:cubicBezTo>
                    <a:pt x="459" y="0"/>
                    <a:pt x="375" y="26"/>
                    <a:pt x="291" y="86"/>
                  </a:cubicBezTo>
                  <a:cubicBezTo>
                    <a:pt x="291" y="86"/>
                    <a:pt x="0" y="483"/>
                    <a:pt x="146" y="1304"/>
                  </a:cubicBezTo>
                  <a:cubicBezTo>
                    <a:pt x="146" y="1304"/>
                    <a:pt x="422" y="942"/>
                    <a:pt x="901" y="942"/>
                  </a:cubicBezTo>
                  <a:cubicBezTo>
                    <a:pt x="1101" y="942"/>
                    <a:pt x="1336" y="1005"/>
                    <a:pt x="1602" y="1185"/>
                  </a:cubicBezTo>
                  <a:cubicBezTo>
                    <a:pt x="1602" y="1185"/>
                    <a:pt x="1100" y="0"/>
                    <a:pt x="542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/>
            <p:cNvSpPr/>
            <p:nvPr/>
          </p:nvSpPr>
          <p:spPr>
            <a:xfrm>
              <a:off x="3493960" y="3193641"/>
              <a:ext cx="118607" cy="139161"/>
            </a:xfrm>
            <a:custGeom>
              <a:avLst/>
              <a:gdLst/>
              <a:ahLst/>
              <a:cxnLst/>
              <a:rect l="l" t="t" r="r" b="b"/>
              <a:pathLst>
                <a:path w="1483" h="1740" extrusionOk="0">
                  <a:moveTo>
                    <a:pt x="1099" y="0"/>
                  </a:moveTo>
                  <a:cubicBezTo>
                    <a:pt x="1099" y="0"/>
                    <a:pt x="900" y="1151"/>
                    <a:pt x="0" y="1496"/>
                  </a:cubicBezTo>
                  <a:cubicBezTo>
                    <a:pt x="0" y="1496"/>
                    <a:pt x="352" y="1739"/>
                    <a:pt x="716" y="1739"/>
                  </a:cubicBezTo>
                  <a:cubicBezTo>
                    <a:pt x="976" y="1739"/>
                    <a:pt x="1241" y="1615"/>
                    <a:pt x="1390" y="1191"/>
                  </a:cubicBezTo>
                  <a:cubicBezTo>
                    <a:pt x="1390" y="1191"/>
                    <a:pt x="1483" y="543"/>
                    <a:pt x="1099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/>
            <p:cNvSpPr/>
            <p:nvPr/>
          </p:nvSpPr>
          <p:spPr>
            <a:xfrm>
              <a:off x="3339364" y="3335041"/>
              <a:ext cx="119726" cy="140201"/>
            </a:xfrm>
            <a:custGeom>
              <a:avLst/>
              <a:gdLst/>
              <a:ahLst/>
              <a:cxnLst/>
              <a:rect l="l" t="t" r="r" b="b"/>
              <a:pathLst>
                <a:path w="1497" h="1753" extrusionOk="0">
                  <a:moveTo>
                    <a:pt x="795" y="0"/>
                  </a:moveTo>
                  <a:cubicBezTo>
                    <a:pt x="529" y="0"/>
                    <a:pt x="254" y="128"/>
                    <a:pt x="107" y="575"/>
                  </a:cubicBezTo>
                  <a:cubicBezTo>
                    <a:pt x="107" y="575"/>
                    <a:pt x="1" y="1223"/>
                    <a:pt x="398" y="1753"/>
                  </a:cubicBezTo>
                  <a:cubicBezTo>
                    <a:pt x="411" y="1753"/>
                    <a:pt x="583" y="588"/>
                    <a:pt x="1497" y="231"/>
                  </a:cubicBezTo>
                  <a:cubicBezTo>
                    <a:pt x="1497" y="231"/>
                    <a:pt x="1153" y="0"/>
                    <a:pt x="795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0"/>
            <p:cNvSpPr/>
            <p:nvPr/>
          </p:nvSpPr>
          <p:spPr>
            <a:xfrm>
              <a:off x="3483323" y="3109985"/>
              <a:ext cx="82697" cy="190586"/>
            </a:xfrm>
            <a:custGeom>
              <a:avLst/>
              <a:gdLst/>
              <a:ahLst/>
              <a:cxnLst/>
              <a:rect l="l" t="t" r="r" b="b"/>
              <a:pathLst>
                <a:path w="1034" h="2383" extrusionOk="0">
                  <a:moveTo>
                    <a:pt x="345" y="0"/>
                  </a:moveTo>
                  <a:lnTo>
                    <a:pt x="345" y="0"/>
                  </a:lnTo>
                  <a:cubicBezTo>
                    <a:pt x="345" y="1"/>
                    <a:pt x="597" y="1192"/>
                    <a:pt x="1" y="2383"/>
                  </a:cubicBezTo>
                  <a:cubicBezTo>
                    <a:pt x="1" y="2383"/>
                    <a:pt x="1033" y="1986"/>
                    <a:pt x="967" y="742"/>
                  </a:cubicBezTo>
                  <a:cubicBezTo>
                    <a:pt x="967" y="742"/>
                    <a:pt x="835" y="93"/>
                    <a:pt x="345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0"/>
            <p:cNvSpPr/>
            <p:nvPr/>
          </p:nvSpPr>
          <p:spPr>
            <a:xfrm>
              <a:off x="3385990" y="3368232"/>
              <a:ext cx="83656" cy="190666"/>
            </a:xfrm>
            <a:custGeom>
              <a:avLst/>
              <a:gdLst/>
              <a:ahLst/>
              <a:cxnLst/>
              <a:rect l="l" t="t" r="r" b="b"/>
              <a:pathLst>
                <a:path w="1046" h="2384" extrusionOk="0">
                  <a:moveTo>
                    <a:pt x="1046" y="1"/>
                  </a:moveTo>
                  <a:cubicBezTo>
                    <a:pt x="1046" y="1"/>
                    <a:pt x="0" y="424"/>
                    <a:pt x="93" y="1655"/>
                  </a:cubicBezTo>
                  <a:cubicBezTo>
                    <a:pt x="93" y="1655"/>
                    <a:pt x="225" y="2291"/>
                    <a:pt x="715" y="2383"/>
                  </a:cubicBezTo>
                  <a:cubicBezTo>
                    <a:pt x="715" y="2383"/>
                    <a:pt x="450" y="1205"/>
                    <a:pt x="10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0"/>
            <p:cNvSpPr/>
            <p:nvPr/>
          </p:nvSpPr>
          <p:spPr>
            <a:xfrm>
              <a:off x="3438936" y="3280337"/>
              <a:ext cx="66701" cy="107170"/>
            </a:xfrm>
            <a:custGeom>
              <a:avLst/>
              <a:gdLst/>
              <a:ahLst/>
              <a:cxnLst/>
              <a:rect l="l" t="t" r="r" b="b"/>
              <a:pathLst>
                <a:path w="834" h="1340" extrusionOk="0">
                  <a:moveTo>
                    <a:pt x="398" y="1"/>
                  </a:moveTo>
                  <a:cubicBezTo>
                    <a:pt x="393" y="1"/>
                    <a:pt x="389" y="1"/>
                    <a:pt x="384" y="1"/>
                  </a:cubicBezTo>
                  <a:cubicBezTo>
                    <a:pt x="172" y="15"/>
                    <a:pt x="0" y="319"/>
                    <a:pt x="40" y="703"/>
                  </a:cubicBezTo>
                  <a:cubicBezTo>
                    <a:pt x="52" y="1046"/>
                    <a:pt x="236" y="1340"/>
                    <a:pt x="438" y="1340"/>
                  </a:cubicBezTo>
                  <a:cubicBezTo>
                    <a:pt x="446" y="1340"/>
                    <a:pt x="455" y="1339"/>
                    <a:pt x="463" y="1338"/>
                  </a:cubicBezTo>
                  <a:cubicBezTo>
                    <a:pt x="675" y="1325"/>
                    <a:pt x="834" y="1007"/>
                    <a:pt x="807" y="650"/>
                  </a:cubicBezTo>
                  <a:cubicBezTo>
                    <a:pt x="794" y="287"/>
                    <a:pt x="604" y="1"/>
                    <a:pt x="398" y="1"/>
                  </a:cubicBezTo>
                  <a:close/>
                </a:path>
              </a:pathLst>
            </a:custGeom>
            <a:solidFill>
              <a:srgbClr val="9385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0"/>
            <p:cNvSpPr/>
            <p:nvPr/>
          </p:nvSpPr>
          <p:spPr>
            <a:xfrm>
              <a:off x="713225" y="2162175"/>
              <a:ext cx="3255004" cy="1437596"/>
            </a:xfrm>
            <a:custGeom>
              <a:avLst/>
              <a:gdLst/>
              <a:ahLst/>
              <a:cxnLst/>
              <a:rect l="l" t="t" r="r" b="b"/>
              <a:pathLst>
                <a:path w="40699" h="17975" extrusionOk="0">
                  <a:moveTo>
                    <a:pt x="21287" y="1"/>
                  </a:moveTo>
                  <a:cubicBezTo>
                    <a:pt x="17914" y="1"/>
                    <a:pt x="14189" y="88"/>
                    <a:pt x="12230" y="641"/>
                  </a:cubicBezTo>
                  <a:cubicBezTo>
                    <a:pt x="9371" y="1435"/>
                    <a:pt x="6975" y="5035"/>
                    <a:pt x="4950" y="5671"/>
                  </a:cubicBezTo>
                  <a:cubicBezTo>
                    <a:pt x="2938" y="6332"/>
                    <a:pt x="1099" y="7193"/>
                    <a:pt x="530" y="9628"/>
                  </a:cubicBezTo>
                  <a:cubicBezTo>
                    <a:pt x="119" y="11415"/>
                    <a:pt x="0" y="13665"/>
                    <a:pt x="569" y="14776"/>
                  </a:cubicBezTo>
                  <a:cubicBezTo>
                    <a:pt x="702" y="15041"/>
                    <a:pt x="887" y="15240"/>
                    <a:pt x="1099" y="15359"/>
                  </a:cubicBezTo>
                  <a:cubicBezTo>
                    <a:pt x="966" y="14406"/>
                    <a:pt x="331" y="9641"/>
                    <a:pt x="2409" y="9509"/>
                  </a:cubicBezTo>
                  <a:cubicBezTo>
                    <a:pt x="2430" y="9508"/>
                    <a:pt x="2450" y="9507"/>
                    <a:pt x="2470" y="9507"/>
                  </a:cubicBezTo>
                  <a:cubicBezTo>
                    <a:pt x="4243" y="9507"/>
                    <a:pt x="4554" y="14057"/>
                    <a:pt x="4606" y="15928"/>
                  </a:cubicBezTo>
                  <a:cubicBezTo>
                    <a:pt x="7266" y="16325"/>
                    <a:pt x="11118" y="16907"/>
                    <a:pt x="14202" y="17344"/>
                  </a:cubicBezTo>
                  <a:cubicBezTo>
                    <a:pt x="13858" y="16140"/>
                    <a:pt x="13897" y="10713"/>
                    <a:pt x="16081" y="10329"/>
                  </a:cubicBezTo>
                  <a:cubicBezTo>
                    <a:pt x="16202" y="10309"/>
                    <a:pt x="16318" y="10299"/>
                    <a:pt x="16430" y="10299"/>
                  </a:cubicBezTo>
                  <a:cubicBezTo>
                    <a:pt x="19281" y="10299"/>
                    <a:pt x="19242" y="16730"/>
                    <a:pt x="19191" y="17953"/>
                  </a:cubicBezTo>
                  <a:cubicBezTo>
                    <a:pt x="19529" y="17967"/>
                    <a:pt x="19930" y="17974"/>
                    <a:pt x="20382" y="17974"/>
                  </a:cubicBezTo>
                  <a:cubicBezTo>
                    <a:pt x="25296" y="17974"/>
                    <a:pt x="36237" y="17183"/>
                    <a:pt x="37655" y="17013"/>
                  </a:cubicBezTo>
                  <a:cubicBezTo>
                    <a:pt x="39309" y="16815"/>
                    <a:pt x="39958" y="16669"/>
                    <a:pt x="40235" y="15888"/>
                  </a:cubicBezTo>
                  <a:cubicBezTo>
                    <a:pt x="40341" y="15623"/>
                    <a:pt x="40500" y="14909"/>
                    <a:pt x="40606" y="13956"/>
                  </a:cubicBezTo>
                  <a:lnTo>
                    <a:pt x="40606" y="13929"/>
                  </a:lnTo>
                  <a:cubicBezTo>
                    <a:pt x="40619" y="13638"/>
                    <a:pt x="40659" y="13321"/>
                    <a:pt x="40672" y="12990"/>
                  </a:cubicBezTo>
                  <a:cubicBezTo>
                    <a:pt x="40685" y="12910"/>
                    <a:pt x="40685" y="12804"/>
                    <a:pt x="40685" y="12712"/>
                  </a:cubicBezTo>
                  <a:cubicBezTo>
                    <a:pt x="40699" y="12341"/>
                    <a:pt x="40699" y="11971"/>
                    <a:pt x="40672" y="11560"/>
                  </a:cubicBezTo>
                  <a:cubicBezTo>
                    <a:pt x="40606" y="9932"/>
                    <a:pt x="40222" y="8132"/>
                    <a:pt x="39230" y="6703"/>
                  </a:cubicBezTo>
                  <a:cubicBezTo>
                    <a:pt x="39216" y="6650"/>
                    <a:pt x="39177" y="6624"/>
                    <a:pt x="39150" y="6571"/>
                  </a:cubicBezTo>
                  <a:cubicBezTo>
                    <a:pt x="39110" y="6544"/>
                    <a:pt x="39097" y="6491"/>
                    <a:pt x="39071" y="6451"/>
                  </a:cubicBezTo>
                  <a:cubicBezTo>
                    <a:pt x="36847" y="3381"/>
                    <a:pt x="34783" y="1674"/>
                    <a:pt x="33115" y="866"/>
                  </a:cubicBezTo>
                  <a:cubicBezTo>
                    <a:pt x="31408" y="19"/>
                    <a:pt x="29290" y="19"/>
                    <a:pt x="25505" y="19"/>
                  </a:cubicBezTo>
                  <a:cubicBezTo>
                    <a:pt x="24310" y="19"/>
                    <a:pt x="22835" y="1"/>
                    <a:pt x="212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1140864" y="2833744"/>
              <a:ext cx="791857" cy="101411"/>
            </a:xfrm>
            <a:custGeom>
              <a:avLst/>
              <a:gdLst/>
              <a:ahLst/>
              <a:cxnLst/>
              <a:rect l="l" t="t" r="r" b="b"/>
              <a:pathLst>
                <a:path w="9901" h="1268" extrusionOk="0">
                  <a:moveTo>
                    <a:pt x="0" y="0"/>
                  </a:moveTo>
                  <a:lnTo>
                    <a:pt x="0" y="0"/>
                  </a:lnTo>
                  <a:cubicBezTo>
                    <a:pt x="1" y="0"/>
                    <a:pt x="1629" y="1006"/>
                    <a:pt x="4977" y="1231"/>
                  </a:cubicBezTo>
                  <a:cubicBezTo>
                    <a:pt x="5315" y="1256"/>
                    <a:pt x="5634" y="1268"/>
                    <a:pt x="5936" y="1268"/>
                  </a:cubicBezTo>
                  <a:cubicBezTo>
                    <a:pt x="8636" y="1268"/>
                    <a:pt x="9900" y="358"/>
                    <a:pt x="9900" y="357"/>
                  </a:cubicBezTo>
                  <a:lnTo>
                    <a:pt x="9900" y="357"/>
                  </a:lnTo>
                  <a:cubicBezTo>
                    <a:pt x="9900" y="358"/>
                    <a:pt x="9396" y="675"/>
                    <a:pt x="5480" y="741"/>
                  </a:cubicBezTo>
                  <a:cubicBezTo>
                    <a:pt x="5325" y="744"/>
                    <a:pt x="5175" y="745"/>
                    <a:pt x="5028" y="745"/>
                  </a:cubicBezTo>
                  <a:cubicBezTo>
                    <a:pt x="1442" y="745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0"/>
            <p:cNvSpPr/>
            <p:nvPr/>
          </p:nvSpPr>
          <p:spPr>
            <a:xfrm>
              <a:off x="1210685" y="3196760"/>
              <a:ext cx="427720" cy="100292"/>
            </a:xfrm>
            <a:custGeom>
              <a:avLst/>
              <a:gdLst/>
              <a:ahLst/>
              <a:cxnLst/>
              <a:rect l="l" t="t" r="r" b="b"/>
              <a:pathLst>
                <a:path w="5348" h="1254" extrusionOk="0">
                  <a:moveTo>
                    <a:pt x="1" y="1"/>
                  </a:moveTo>
                  <a:lnTo>
                    <a:pt x="1" y="1"/>
                  </a:lnTo>
                  <a:cubicBezTo>
                    <a:pt x="1402" y="951"/>
                    <a:pt x="2490" y="1254"/>
                    <a:pt x="3308" y="1254"/>
                  </a:cubicBezTo>
                  <a:cubicBezTo>
                    <a:pt x="4746" y="1254"/>
                    <a:pt x="5348" y="318"/>
                    <a:pt x="5348" y="318"/>
                  </a:cubicBezTo>
                  <a:lnTo>
                    <a:pt x="5348" y="318"/>
                  </a:lnTo>
                  <a:cubicBezTo>
                    <a:pt x="4562" y="591"/>
                    <a:pt x="3805" y="690"/>
                    <a:pt x="3119" y="690"/>
                  </a:cubicBezTo>
                  <a:cubicBezTo>
                    <a:pt x="1310" y="690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2467690" y="2226637"/>
              <a:ext cx="1201022" cy="393169"/>
            </a:xfrm>
            <a:custGeom>
              <a:avLst/>
              <a:gdLst/>
              <a:ahLst/>
              <a:cxnLst/>
              <a:rect l="l" t="t" r="r" b="b"/>
              <a:pathLst>
                <a:path w="15017" h="4916" extrusionOk="0">
                  <a:moveTo>
                    <a:pt x="4153" y="0"/>
                  </a:moveTo>
                  <a:cubicBezTo>
                    <a:pt x="1936" y="0"/>
                    <a:pt x="0" y="168"/>
                    <a:pt x="206" y="722"/>
                  </a:cubicBezTo>
                  <a:cubicBezTo>
                    <a:pt x="206" y="722"/>
                    <a:pt x="2350" y="4388"/>
                    <a:pt x="2654" y="4706"/>
                  </a:cubicBezTo>
                  <a:cubicBezTo>
                    <a:pt x="2807" y="4863"/>
                    <a:pt x="3730" y="4915"/>
                    <a:pt x="4959" y="4915"/>
                  </a:cubicBezTo>
                  <a:cubicBezTo>
                    <a:pt x="7149" y="4915"/>
                    <a:pt x="10308" y="4748"/>
                    <a:pt x="11800" y="4706"/>
                  </a:cubicBezTo>
                  <a:cubicBezTo>
                    <a:pt x="14129" y="4640"/>
                    <a:pt x="14871" y="4706"/>
                    <a:pt x="14950" y="4322"/>
                  </a:cubicBezTo>
                  <a:cubicBezTo>
                    <a:pt x="15016" y="3951"/>
                    <a:pt x="11125" y="537"/>
                    <a:pt x="10066" y="325"/>
                  </a:cubicBezTo>
                  <a:cubicBezTo>
                    <a:pt x="9505" y="213"/>
                    <a:pt x="6650" y="0"/>
                    <a:pt x="4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2518475" y="2254469"/>
              <a:ext cx="1092013" cy="316791"/>
            </a:xfrm>
            <a:custGeom>
              <a:avLst/>
              <a:gdLst/>
              <a:ahLst/>
              <a:cxnLst/>
              <a:rect l="l" t="t" r="r" b="b"/>
              <a:pathLst>
                <a:path w="13654" h="3961" extrusionOk="0">
                  <a:moveTo>
                    <a:pt x="3630" y="0"/>
                  </a:moveTo>
                  <a:cubicBezTo>
                    <a:pt x="1675" y="0"/>
                    <a:pt x="0" y="138"/>
                    <a:pt x="180" y="572"/>
                  </a:cubicBezTo>
                  <a:cubicBezTo>
                    <a:pt x="180" y="572"/>
                    <a:pt x="2112" y="3537"/>
                    <a:pt x="2403" y="3775"/>
                  </a:cubicBezTo>
                  <a:cubicBezTo>
                    <a:pt x="2416" y="3789"/>
                    <a:pt x="2483" y="3828"/>
                    <a:pt x="2562" y="3842"/>
                  </a:cubicBezTo>
                  <a:cubicBezTo>
                    <a:pt x="2761" y="3895"/>
                    <a:pt x="3118" y="3934"/>
                    <a:pt x="3568" y="3947"/>
                  </a:cubicBezTo>
                  <a:cubicBezTo>
                    <a:pt x="3886" y="3961"/>
                    <a:pt x="4230" y="3961"/>
                    <a:pt x="4627" y="3961"/>
                  </a:cubicBezTo>
                  <a:cubicBezTo>
                    <a:pt x="5527" y="3961"/>
                    <a:pt x="6572" y="3947"/>
                    <a:pt x="7578" y="3908"/>
                  </a:cubicBezTo>
                  <a:cubicBezTo>
                    <a:pt x="8822" y="3881"/>
                    <a:pt x="9987" y="3842"/>
                    <a:pt x="10728" y="3828"/>
                  </a:cubicBezTo>
                  <a:cubicBezTo>
                    <a:pt x="12872" y="3802"/>
                    <a:pt x="13547" y="3842"/>
                    <a:pt x="13613" y="3550"/>
                  </a:cubicBezTo>
                  <a:cubicBezTo>
                    <a:pt x="13653" y="3339"/>
                    <a:pt x="11694" y="1724"/>
                    <a:pt x="10305" y="850"/>
                  </a:cubicBezTo>
                  <a:cubicBezTo>
                    <a:pt x="9828" y="572"/>
                    <a:pt x="9431" y="361"/>
                    <a:pt x="9180" y="308"/>
                  </a:cubicBezTo>
                  <a:cubicBezTo>
                    <a:pt x="9047" y="268"/>
                    <a:pt x="8743" y="242"/>
                    <a:pt x="8333" y="202"/>
                  </a:cubicBezTo>
                  <a:cubicBezTo>
                    <a:pt x="7949" y="175"/>
                    <a:pt x="7499" y="136"/>
                    <a:pt x="6956" y="109"/>
                  </a:cubicBezTo>
                  <a:cubicBezTo>
                    <a:pt x="6665" y="96"/>
                    <a:pt x="6347" y="70"/>
                    <a:pt x="6016" y="56"/>
                  </a:cubicBezTo>
                  <a:cubicBezTo>
                    <a:pt x="5244" y="22"/>
                    <a:pt x="4414" y="0"/>
                    <a:pt x="36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0"/>
            <p:cNvSpPr/>
            <p:nvPr/>
          </p:nvSpPr>
          <p:spPr>
            <a:xfrm>
              <a:off x="2891650" y="2272704"/>
              <a:ext cx="449953" cy="299596"/>
            </a:xfrm>
            <a:custGeom>
              <a:avLst/>
              <a:gdLst/>
              <a:ahLst/>
              <a:cxnLst/>
              <a:rect l="l" t="t" r="r" b="b"/>
              <a:pathLst>
                <a:path w="5626" h="3746" extrusionOk="0">
                  <a:moveTo>
                    <a:pt x="3653" y="0"/>
                  </a:moveTo>
                  <a:cubicBezTo>
                    <a:pt x="2515" y="1072"/>
                    <a:pt x="1020" y="2647"/>
                    <a:pt x="0" y="3746"/>
                  </a:cubicBezTo>
                  <a:cubicBezTo>
                    <a:pt x="874" y="3746"/>
                    <a:pt x="1920" y="3719"/>
                    <a:pt x="2925" y="3680"/>
                  </a:cubicBezTo>
                  <a:cubicBezTo>
                    <a:pt x="3720" y="2780"/>
                    <a:pt x="4778" y="1562"/>
                    <a:pt x="5625" y="609"/>
                  </a:cubicBezTo>
                  <a:cubicBezTo>
                    <a:pt x="5149" y="331"/>
                    <a:pt x="4752" y="106"/>
                    <a:pt x="4500" y="80"/>
                  </a:cubicBezTo>
                  <a:cubicBezTo>
                    <a:pt x="4368" y="67"/>
                    <a:pt x="4064" y="27"/>
                    <a:pt x="36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2724417" y="2262067"/>
              <a:ext cx="349342" cy="310233"/>
            </a:xfrm>
            <a:custGeom>
              <a:avLst/>
              <a:gdLst/>
              <a:ahLst/>
              <a:cxnLst/>
              <a:rect l="l" t="t" r="r" b="b"/>
              <a:pathLst>
                <a:path w="4368" h="3879" extrusionOk="0">
                  <a:moveTo>
                    <a:pt x="3428" y="1"/>
                  </a:moveTo>
                  <a:cubicBezTo>
                    <a:pt x="2250" y="1086"/>
                    <a:pt x="781" y="2847"/>
                    <a:pt x="0" y="3800"/>
                  </a:cubicBezTo>
                  <a:cubicBezTo>
                    <a:pt x="199" y="3839"/>
                    <a:pt x="569" y="3866"/>
                    <a:pt x="1019" y="3879"/>
                  </a:cubicBezTo>
                  <a:lnTo>
                    <a:pt x="4368" y="27"/>
                  </a:lnTo>
                  <a:cubicBezTo>
                    <a:pt x="4077" y="14"/>
                    <a:pt x="3759" y="1"/>
                    <a:pt x="34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2283022" y="3063678"/>
              <a:ext cx="1677848" cy="312072"/>
            </a:xfrm>
            <a:custGeom>
              <a:avLst/>
              <a:gdLst/>
              <a:ahLst/>
              <a:cxnLst/>
              <a:rect l="l" t="t" r="r" b="b"/>
              <a:pathLst>
                <a:path w="20979" h="3902" extrusionOk="0">
                  <a:moveTo>
                    <a:pt x="17996" y="0"/>
                  </a:moveTo>
                  <a:cubicBezTo>
                    <a:pt x="17493" y="0"/>
                    <a:pt x="16884" y="58"/>
                    <a:pt x="16240" y="116"/>
                  </a:cubicBezTo>
                  <a:cubicBezTo>
                    <a:pt x="16121" y="129"/>
                    <a:pt x="16015" y="129"/>
                    <a:pt x="15896" y="143"/>
                  </a:cubicBezTo>
                  <a:cubicBezTo>
                    <a:pt x="15446" y="196"/>
                    <a:pt x="14652" y="235"/>
                    <a:pt x="13738" y="275"/>
                  </a:cubicBezTo>
                  <a:cubicBezTo>
                    <a:pt x="11515" y="394"/>
                    <a:pt x="8444" y="566"/>
                    <a:pt x="7677" y="857"/>
                  </a:cubicBezTo>
                  <a:cubicBezTo>
                    <a:pt x="7227" y="1029"/>
                    <a:pt x="6710" y="1493"/>
                    <a:pt x="6181" y="1969"/>
                  </a:cubicBezTo>
                  <a:cubicBezTo>
                    <a:pt x="5387" y="2684"/>
                    <a:pt x="4500" y="3491"/>
                    <a:pt x="3534" y="3650"/>
                  </a:cubicBezTo>
                  <a:cubicBezTo>
                    <a:pt x="2926" y="3760"/>
                    <a:pt x="2275" y="3795"/>
                    <a:pt x="1700" y="3795"/>
                  </a:cubicBezTo>
                  <a:cubicBezTo>
                    <a:pt x="759" y="3795"/>
                    <a:pt x="22" y="3703"/>
                    <a:pt x="13" y="3703"/>
                  </a:cubicBezTo>
                  <a:lnTo>
                    <a:pt x="0" y="3822"/>
                  </a:lnTo>
                  <a:cubicBezTo>
                    <a:pt x="13" y="3822"/>
                    <a:pt x="755" y="3901"/>
                    <a:pt x="1721" y="3901"/>
                  </a:cubicBezTo>
                  <a:cubicBezTo>
                    <a:pt x="2290" y="3901"/>
                    <a:pt x="2952" y="3875"/>
                    <a:pt x="3560" y="3782"/>
                  </a:cubicBezTo>
                  <a:cubicBezTo>
                    <a:pt x="4553" y="3610"/>
                    <a:pt x="5453" y="2790"/>
                    <a:pt x="6274" y="2062"/>
                  </a:cubicBezTo>
                  <a:cubicBezTo>
                    <a:pt x="6803" y="1585"/>
                    <a:pt x="7293" y="1135"/>
                    <a:pt x="7730" y="976"/>
                  </a:cubicBezTo>
                  <a:cubicBezTo>
                    <a:pt x="8471" y="672"/>
                    <a:pt x="11528" y="526"/>
                    <a:pt x="13765" y="407"/>
                  </a:cubicBezTo>
                  <a:cubicBezTo>
                    <a:pt x="14678" y="368"/>
                    <a:pt x="15472" y="315"/>
                    <a:pt x="15909" y="275"/>
                  </a:cubicBezTo>
                  <a:cubicBezTo>
                    <a:pt x="16028" y="262"/>
                    <a:pt x="16147" y="262"/>
                    <a:pt x="16266" y="249"/>
                  </a:cubicBezTo>
                  <a:cubicBezTo>
                    <a:pt x="16886" y="188"/>
                    <a:pt x="17492" y="131"/>
                    <a:pt x="17991" y="131"/>
                  </a:cubicBezTo>
                  <a:cubicBezTo>
                    <a:pt x="18590" y="131"/>
                    <a:pt x="19035" y="214"/>
                    <a:pt x="19165" y="474"/>
                  </a:cubicBezTo>
                  <a:cubicBezTo>
                    <a:pt x="19231" y="606"/>
                    <a:pt x="19271" y="871"/>
                    <a:pt x="19297" y="1175"/>
                  </a:cubicBezTo>
                  <a:cubicBezTo>
                    <a:pt x="19390" y="1797"/>
                    <a:pt x="19482" y="2578"/>
                    <a:pt x="19959" y="2829"/>
                  </a:cubicBezTo>
                  <a:cubicBezTo>
                    <a:pt x="20056" y="2878"/>
                    <a:pt x="20162" y="2902"/>
                    <a:pt x="20278" y="2902"/>
                  </a:cubicBezTo>
                  <a:cubicBezTo>
                    <a:pt x="20479" y="2902"/>
                    <a:pt x="20710" y="2831"/>
                    <a:pt x="20978" y="2697"/>
                  </a:cubicBezTo>
                  <a:lnTo>
                    <a:pt x="20912" y="2578"/>
                  </a:lnTo>
                  <a:cubicBezTo>
                    <a:pt x="20665" y="2706"/>
                    <a:pt x="20450" y="2773"/>
                    <a:pt x="20273" y="2773"/>
                  </a:cubicBezTo>
                  <a:cubicBezTo>
                    <a:pt x="20174" y="2773"/>
                    <a:pt x="20087" y="2753"/>
                    <a:pt x="20012" y="2710"/>
                  </a:cubicBezTo>
                  <a:cubicBezTo>
                    <a:pt x="19602" y="2499"/>
                    <a:pt x="19496" y="1731"/>
                    <a:pt x="19416" y="1135"/>
                  </a:cubicBezTo>
                  <a:cubicBezTo>
                    <a:pt x="19390" y="831"/>
                    <a:pt x="19350" y="566"/>
                    <a:pt x="19271" y="407"/>
                  </a:cubicBezTo>
                  <a:cubicBezTo>
                    <a:pt x="19115" y="95"/>
                    <a:pt x="18641" y="0"/>
                    <a:pt x="179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0"/>
            <p:cNvSpPr/>
            <p:nvPr/>
          </p:nvSpPr>
          <p:spPr>
            <a:xfrm>
              <a:off x="2167614" y="2680188"/>
              <a:ext cx="1676808" cy="350461"/>
            </a:xfrm>
            <a:custGeom>
              <a:avLst/>
              <a:gdLst/>
              <a:ahLst/>
              <a:cxnLst/>
              <a:rect l="l" t="t" r="r" b="b"/>
              <a:pathLst>
                <a:path w="20966" h="4382" extrusionOk="0">
                  <a:moveTo>
                    <a:pt x="20859" y="1"/>
                  </a:moveTo>
                  <a:cubicBezTo>
                    <a:pt x="20581" y="14"/>
                    <a:pt x="20184" y="27"/>
                    <a:pt x="19734" y="41"/>
                  </a:cubicBezTo>
                  <a:lnTo>
                    <a:pt x="19695" y="41"/>
                  </a:lnTo>
                  <a:cubicBezTo>
                    <a:pt x="17855" y="133"/>
                    <a:pt x="14890" y="279"/>
                    <a:pt x="12786" y="411"/>
                  </a:cubicBezTo>
                  <a:cubicBezTo>
                    <a:pt x="10761" y="544"/>
                    <a:pt x="8603" y="676"/>
                    <a:pt x="6923" y="795"/>
                  </a:cubicBezTo>
                  <a:lnTo>
                    <a:pt x="6896" y="795"/>
                  </a:lnTo>
                  <a:cubicBezTo>
                    <a:pt x="5242" y="901"/>
                    <a:pt x="4050" y="1007"/>
                    <a:pt x="3852" y="1073"/>
                  </a:cubicBezTo>
                  <a:cubicBezTo>
                    <a:pt x="3098" y="1298"/>
                    <a:pt x="133" y="4183"/>
                    <a:pt x="0" y="4302"/>
                  </a:cubicBezTo>
                  <a:lnTo>
                    <a:pt x="80" y="4382"/>
                  </a:lnTo>
                  <a:cubicBezTo>
                    <a:pt x="120" y="4342"/>
                    <a:pt x="3164" y="1404"/>
                    <a:pt x="3892" y="1166"/>
                  </a:cubicBezTo>
                  <a:cubicBezTo>
                    <a:pt x="4050" y="1126"/>
                    <a:pt x="5109" y="1033"/>
                    <a:pt x="6830" y="901"/>
                  </a:cubicBezTo>
                  <a:cubicBezTo>
                    <a:pt x="6883" y="888"/>
                    <a:pt x="6923" y="888"/>
                    <a:pt x="6962" y="888"/>
                  </a:cubicBezTo>
                  <a:cubicBezTo>
                    <a:pt x="8471" y="795"/>
                    <a:pt x="10456" y="663"/>
                    <a:pt x="12773" y="530"/>
                  </a:cubicBezTo>
                  <a:cubicBezTo>
                    <a:pt x="15578" y="358"/>
                    <a:pt x="18120" y="226"/>
                    <a:pt x="19708" y="160"/>
                  </a:cubicBezTo>
                  <a:lnTo>
                    <a:pt x="19853" y="160"/>
                  </a:lnTo>
                  <a:cubicBezTo>
                    <a:pt x="20317" y="133"/>
                    <a:pt x="20700" y="107"/>
                    <a:pt x="20965" y="107"/>
                  </a:cubicBezTo>
                  <a:cubicBezTo>
                    <a:pt x="20925" y="80"/>
                    <a:pt x="20912" y="27"/>
                    <a:pt x="20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0"/>
            <p:cNvSpPr/>
            <p:nvPr/>
          </p:nvSpPr>
          <p:spPr>
            <a:xfrm>
              <a:off x="2703223" y="2740570"/>
              <a:ext cx="78378" cy="546246"/>
            </a:xfrm>
            <a:custGeom>
              <a:avLst/>
              <a:gdLst/>
              <a:ahLst/>
              <a:cxnLst/>
              <a:rect l="l" t="t" r="r" b="b"/>
              <a:pathLst>
                <a:path w="980" h="6830" extrusionOk="0">
                  <a:moveTo>
                    <a:pt x="199" y="0"/>
                  </a:moveTo>
                  <a:lnTo>
                    <a:pt x="93" y="53"/>
                  </a:lnTo>
                  <a:cubicBezTo>
                    <a:pt x="93" y="67"/>
                    <a:pt x="464" y="1006"/>
                    <a:pt x="649" y="2303"/>
                  </a:cubicBezTo>
                  <a:cubicBezTo>
                    <a:pt x="821" y="3508"/>
                    <a:pt x="834" y="5241"/>
                    <a:pt x="1" y="6764"/>
                  </a:cubicBezTo>
                  <a:lnTo>
                    <a:pt x="120" y="6830"/>
                  </a:lnTo>
                  <a:cubicBezTo>
                    <a:pt x="980" y="5281"/>
                    <a:pt x="967" y="3508"/>
                    <a:pt x="768" y="2290"/>
                  </a:cubicBezTo>
                  <a:cubicBezTo>
                    <a:pt x="596" y="967"/>
                    <a:pt x="199" y="14"/>
                    <a:pt x="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3739491" y="2681307"/>
              <a:ext cx="165234" cy="604470"/>
            </a:xfrm>
            <a:custGeom>
              <a:avLst/>
              <a:gdLst/>
              <a:ahLst/>
              <a:cxnLst/>
              <a:rect l="l" t="t" r="r" b="b"/>
              <a:pathLst>
                <a:path w="2066" h="7558" extrusionOk="0">
                  <a:moveTo>
                    <a:pt x="80" y="0"/>
                  </a:moveTo>
                  <a:lnTo>
                    <a:pt x="1" y="80"/>
                  </a:lnTo>
                  <a:cubicBezTo>
                    <a:pt x="1" y="93"/>
                    <a:pt x="544" y="622"/>
                    <a:pt x="1033" y="1813"/>
                  </a:cubicBezTo>
                  <a:cubicBezTo>
                    <a:pt x="1470" y="2912"/>
                    <a:pt x="1933" y="4791"/>
                    <a:pt x="1708" y="7544"/>
                  </a:cubicBezTo>
                  <a:lnTo>
                    <a:pt x="1827" y="7557"/>
                  </a:lnTo>
                  <a:cubicBezTo>
                    <a:pt x="2066" y="4778"/>
                    <a:pt x="1576" y="2872"/>
                    <a:pt x="1139" y="1760"/>
                  </a:cubicBezTo>
                  <a:cubicBezTo>
                    <a:pt x="649" y="556"/>
                    <a:pt x="94" y="13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1464773" y="2638919"/>
              <a:ext cx="189547" cy="795056"/>
            </a:xfrm>
            <a:custGeom>
              <a:avLst/>
              <a:gdLst/>
              <a:ahLst/>
              <a:cxnLst/>
              <a:rect l="l" t="t" r="r" b="b"/>
              <a:pathLst>
                <a:path w="2370" h="9941" extrusionOk="0">
                  <a:moveTo>
                    <a:pt x="2356" y="1"/>
                  </a:moveTo>
                  <a:cubicBezTo>
                    <a:pt x="2290" y="14"/>
                    <a:pt x="847" y="332"/>
                    <a:pt x="437" y="4487"/>
                  </a:cubicBezTo>
                  <a:cubicBezTo>
                    <a:pt x="0" y="8590"/>
                    <a:pt x="53" y="9927"/>
                    <a:pt x="53" y="9940"/>
                  </a:cubicBezTo>
                  <a:lnTo>
                    <a:pt x="172" y="9927"/>
                  </a:lnTo>
                  <a:cubicBezTo>
                    <a:pt x="172" y="9927"/>
                    <a:pt x="133" y="8577"/>
                    <a:pt x="543" y="4474"/>
                  </a:cubicBezTo>
                  <a:cubicBezTo>
                    <a:pt x="768" y="2357"/>
                    <a:pt x="1258" y="1285"/>
                    <a:pt x="1628" y="755"/>
                  </a:cubicBezTo>
                  <a:cubicBezTo>
                    <a:pt x="2025" y="199"/>
                    <a:pt x="2369" y="120"/>
                    <a:pt x="2369" y="120"/>
                  </a:cubicBezTo>
                  <a:lnTo>
                    <a:pt x="23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0"/>
            <p:cNvSpPr/>
            <p:nvPr/>
          </p:nvSpPr>
          <p:spPr>
            <a:xfrm>
              <a:off x="1969670" y="2606129"/>
              <a:ext cx="61503" cy="340944"/>
            </a:xfrm>
            <a:custGeom>
              <a:avLst/>
              <a:gdLst/>
              <a:ahLst/>
              <a:cxnLst/>
              <a:rect l="l" t="t" r="r" b="b"/>
              <a:pathLst>
                <a:path w="769" h="4263" extrusionOk="0">
                  <a:moveTo>
                    <a:pt x="662" y="0"/>
                  </a:moveTo>
                  <a:cubicBezTo>
                    <a:pt x="636" y="27"/>
                    <a:pt x="0" y="2727"/>
                    <a:pt x="278" y="4262"/>
                  </a:cubicBezTo>
                  <a:lnTo>
                    <a:pt x="398" y="4249"/>
                  </a:lnTo>
                  <a:cubicBezTo>
                    <a:pt x="133" y="2740"/>
                    <a:pt x="768" y="53"/>
                    <a:pt x="768" y="27"/>
                  </a:cubicBezTo>
                  <a:lnTo>
                    <a:pt x="6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0"/>
            <p:cNvSpPr/>
            <p:nvPr/>
          </p:nvSpPr>
          <p:spPr>
            <a:xfrm>
              <a:off x="1003223" y="2627323"/>
              <a:ext cx="260487" cy="264646"/>
            </a:xfrm>
            <a:custGeom>
              <a:avLst/>
              <a:gdLst/>
              <a:ahLst/>
              <a:cxnLst/>
              <a:rect l="l" t="t" r="r" b="b"/>
              <a:pathLst>
                <a:path w="3257" h="3309" extrusionOk="0">
                  <a:moveTo>
                    <a:pt x="3217" y="0"/>
                  </a:moveTo>
                  <a:cubicBezTo>
                    <a:pt x="1390" y="741"/>
                    <a:pt x="14" y="3203"/>
                    <a:pt x="1" y="3243"/>
                  </a:cubicBezTo>
                  <a:lnTo>
                    <a:pt x="120" y="3309"/>
                  </a:lnTo>
                  <a:cubicBezTo>
                    <a:pt x="133" y="3283"/>
                    <a:pt x="1470" y="860"/>
                    <a:pt x="3257" y="106"/>
                  </a:cubicBezTo>
                  <a:lnTo>
                    <a:pt x="3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0"/>
            <p:cNvSpPr/>
            <p:nvPr/>
          </p:nvSpPr>
          <p:spPr>
            <a:xfrm>
              <a:off x="718504" y="2838782"/>
              <a:ext cx="3247646" cy="762026"/>
            </a:xfrm>
            <a:custGeom>
              <a:avLst/>
              <a:gdLst/>
              <a:ahLst/>
              <a:cxnLst/>
              <a:rect l="l" t="t" r="r" b="b"/>
              <a:pathLst>
                <a:path w="40607" h="9528" extrusionOk="0">
                  <a:moveTo>
                    <a:pt x="2597" y="0"/>
                  </a:moveTo>
                  <a:cubicBezTo>
                    <a:pt x="2487" y="0"/>
                    <a:pt x="2371" y="14"/>
                    <a:pt x="2250" y="43"/>
                  </a:cubicBezTo>
                  <a:cubicBezTo>
                    <a:pt x="0" y="599"/>
                    <a:pt x="331" y="4993"/>
                    <a:pt x="490" y="6330"/>
                  </a:cubicBezTo>
                  <a:cubicBezTo>
                    <a:pt x="622" y="6594"/>
                    <a:pt x="794" y="6793"/>
                    <a:pt x="1019" y="6912"/>
                  </a:cubicBezTo>
                  <a:cubicBezTo>
                    <a:pt x="887" y="5972"/>
                    <a:pt x="252" y="1208"/>
                    <a:pt x="2317" y="1075"/>
                  </a:cubicBezTo>
                  <a:cubicBezTo>
                    <a:pt x="2340" y="1074"/>
                    <a:pt x="2363" y="1073"/>
                    <a:pt x="2386" y="1073"/>
                  </a:cubicBezTo>
                  <a:cubicBezTo>
                    <a:pt x="4164" y="1073"/>
                    <a:pt x="4475" y="5613"/>
                    <a:pt x="4527" y="7494"/>
                  </a:cubicBezTo>
                  <a:cubicBezTo>
                    <a:pt x="7187" y="7891"/>
                    <a:pt x="11039" y="8461"/>
                    <a:pt x="14122" y="8897"/>
                  </a:cubicBezTo>
                  <a:cubicBezTo>
                    <a:pt x="13765" y="7693"/>
                    <a:pt x="13818" y="2266"/>
                    <a:pt x="16002" y="1883"/>
                  </a:cubicBezTo>
                  <a:cubicBezTo>
                    <a:pt x="16122" y="1862"/>
                    <a:pt x="16238" y="1852"/>
                    <a:pt x="16349" y="1852"/>
                  </a:cubicBezTo>
                  <a:cubicBezTo>
                    <a:pt x="19190" y="1852"/>
                    <a:pt x="19163" y="8283"/>
                    <a:pt x="19112" y="9506"/>
                  </a:cubicBezTo>
                  <a:cubicBezTo>
                    <a:pt x="19450" y="9521"/>
                    <a:pt x="19851" y="9527"/>
                    <a:pt x="20303" y="9527"/>
                  </a:cubicBezTo>
                  <a:cubicBezTo>
                    <a:pt x="25216" y="9527"/>
                    <a:pt x="36157" y="8736"/>
                    <a:pt x="37575" y="8566"/>
                  </a:cubicBezTo>
                  <a:cubicBezTo>
                    <a:pt x="39230" y="8368"/>
                    <a:pt x="39878" y="8222"/>
                    <a:pt x="40156" y="7441"/>
                  </a:cubicBezTo>
                  <a:cubicBezTo>
                    <a:pt x="40289" y="7111"/>
                    <a:pt x="40540" y="5986"/>
                    <a:pt x="40606" y="4543"/>
                  </a:cubicBezTo>
                  <a:lnTo>
                    <a:pt x="40606" y="4543"/>
                  </a:lnTo>
                  <a:cubicBezTo>
                    <a:pt x="40328" y="5258"/>
                    <a:pt x="39706" y="6515"/>
                    <a:pt x="38912" y="6780"/>
                  </a:cubicBezTo>
                  <a:cubicBezTo>
                    <a:pt x="37936" y="7055"/>
                    <a:pt x="24505" y="7759"/>
                    <a:pt x="20820" y="7759"/>
                  </a:cubicBezTo>
                  <a:cubicBezTo>
                    <a:pt x="20258" y="7759"/>
                    <a:pt x="19923" y="7743"/>
                    <a:pt x="19893" y="7706"/>
                  </a:cubicBezTo>
                  <a:cubicBezTo>
                    <a:pt x="19660" y="7434"/>
                    <a:pt x="19832" y="1264"/>
                    <a:pt x="16485" y="1264"/>
                  </a:cubicBezTo>
                  <a:cubicBezTo>
                    <a:pt x="16410" y="1264"/>
                    <a:pt x="16332" y="1267"/>
                    <a:pt x="16253" y="1274"/>
                  </a:cubicBezTo>
                  <a:cubicBezTo>
                    <a:pt x="12667" y="1552"/>
                    <a:pt x="13408" y="7428"/>
                    <a:pt x="13302" y="7600"/>
                  </a:cubicBezTo>
                  <a:cubicBezTo>
                    <a:pt x="13294" y="7617"/>
                    <a:pt x="13222" y="7624"/>
                    <a:pt x="13098" y="7624"/>
                  </a:cubicBezTo>
                  <a:cubicBezTo>
                    <a:pt x="11834" y="7624"/>
                    <a:pt x="5141" y="6825"/>
                    <a:pt x="5056" y="6475"/>
                  </a:cubicBezTo>
                  <a:cubicBezTo>
                    <a:pt x="4968" y="6121"/>
                    <a:pt x="4928" y="0"/>
                    <a:pt x="2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0"/>
            <p:cNvSpPr/>
            <p:nvPr/>
          </p:nvSpPr>
          <p:spPr>
            <a:xfrm>
              <a:off x="1203967" y="2255269"/>
              <a:ext cx="1116166" cy="393409"/>
            </a:xfrm>
            <a:custGeom>
              <a:avLst/>
              <a:gdLst/>
              <a:ahLst/>
              <a:cxnLst/>
              <a:rect l="l" t="t" r="r" b="b"/>
              <a:pathLst>
                <a:path w="13956" h="4919" extrusionOk="0">
                  <a:moveTo>
                    <a:pt x="8792" y="0"/>
                  </a:moveTo>
                  <a:cubicBezTo>
                    <a:pt x="5629" y="0"/>
                    <a:pt x="3395" y="1268"/>
                    <a:pt x="1819" y="2773"/>
                  </a:cubicBezTo>
                  <a:cubicBezTo>
                    <a:pt x="275" y="4281"/>
                    <a:pt x="1" y="4919"/>
                    <a:pt x="959" y="4919"/>
                  </a:cubicBezTo>
                  <a:cubicBezTo>
                    <a:pt x="1077" y="4919"/>
                    <a:pt x="1214" y="4909"/>
                    <a:pt x="1369" y="4890"/>
                  </a:cubicBezTo>
                  <a:cubicBezTo>
                    <a:pt x="1369" y="4890"/>
                    <a:pt x="6702" y="4890"/>
                    <a:pt x="9747" y="4612"/>
                  </a:cubicBezTo>
                  <a:cubicBezTo>
                    <a:pt x="12791" y="4335"/>
                    <a:pt x="13757" y="4189"/>
                    <a:pt x="13849" y="3686"/>
                  </a:cubicBezTo>
                  <a:cubicBezTo>
                    <a:pt x="13955" y="3196"/>
                    <a:pt x="13572" y="364"/>
                    <a:pt x="9852" y="46"/>
                  </a:cubicBezTo>
                  <a:cubicBezTo>
                    <a:pt x="9488" y="15"/>
                    <a:pt x="9134" y="0"/>
                    <a:pt x="8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1261150" y="2282541"/>
              <a:ext cx="999719" cy="341904"/>
            </a:xfrm>
            <a:custGeom>
              <a:avLst/>
              <a:gdLst/>
              <a:ahLst/>
              <a:cxnLst/>
              <a:rect l="l" t="t" r="r" b="b"/>
              <a:pathLst>
                <a:path w="12500" h="4275" extrusionOk="0">
                  <a:moveTo>
                    <a:pt x="7885" y="1"/>
                  </a:moveTo>
                  <a:cubicBezTo>
                    <a:pt x="7340" y="1"/>
                    <a:pt x="6825" y="39"/>
                    <a:pt x="6332" y="116"/>
                  </a:cubicBezTo>
                  <a:cubicBezTo>
                    <a:pt x="5921" y="182"/>
                    <a:pt x="5524" y="274"/>
                    <a:pt x="5167" y="380"/>
                  </a:cubicBezTo>
                  <a:cubicBezTo>
                    <a:pt x="3711" y="817"/>
                    <a:pt x="2546" y="1571"/>
                    <a:pt x="1633" y="2419"/>
                  </a:cubicBezTo>
                  <a:cubicBezTo>
                    <a:pt x="236" y="3719"/>
                    <a:pt x="1" y="4274"/>
                    <a:pt x="866" y="4274"/>
                  </a:cubicBezTo>
                  <a:cubicBezTo>
                    <a:pt x="952" y="4274"/>
                    <a:pt x="1049" y="4269"/>
                    <a:pt x="1157" y="4258"/>
                  </a:cubicBezTo>
                  <a:lnTo>
                    <a:pt x="2427" y="4258"/>
                  </a:lnTo>
                  <a:cubicBezTo>
                    <a:pt x="3473" y="4245"/>
                    <a:pt x="5061" y="4219"/>
                    <a:pt x="6557" y="4152"/>
                  </a:cubicBezTo>
                  <a:cubicBezTo>
                    <a:pt x="6702" y="4152"/>
                    <a:pt x="6834" y="4139"/>
                    <a:pt x="6967" y="4139"/>
                  </a:cubicBezTo>
                  <a:cubicBezTo>
                    <a:pt x="7589" y="4099"/>
                    <a:pt x="8211" y="4073"/>
                    <a:pt x="8740" y="4020"/>
                  </a:cubicBezTo>
                  <a:cubicBezTo>
                    <a:pt x="11467" y="3769"/>
                    <a:pt x="12327" y="3649"/>
                    <a:pt x="12407" y="3213"/>
                  </a:cubicBezTo>
                  <a:cubicBezTo>
                    <a:pt x="12499" y="2816"/>
                    <a:pt x="12208" y="698"/>
                    <a:pt x="9548" y="129"/>
                  </a:cubicBezTo>
                  <a:lnTo>
                    <a:pt x="9243" y="89"/>
                  </a:lnTo>
                  <a:cubicBezTo>
                    <a:pt x="9111" y="63"/>
                    <a:pt x="8965" y="49"/>
                    <a:pt x="8820" y="36"/>
                  </a:cubicBezTo>
                  <a:cubicBezTo>
                    <a:pt x="8498" y="13"/>
                    <a:pt x="8187" y="1"/>
                    <a:pt x="78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0"/>
            <p:cNvSpPr/>
            <p:nvPr/>
          </p:nvSpPr>
          <p:spPr>
            <a:xfrm>
              <a:off x="1353604" y="2293898"/>
              <a:ext cx="415003" cy="328148"/>
            </a:xfrm>
            <a:custGeom>
              <a:avLst/>
              <a:gdLst/>
              <a:ahLst/>
              <a:cxnLst/>
              <a:rect l="l" t="t" r="r" b="b"/>
              <a:pathLst>
                <a:path w="5189" h="4103" extrusionOk="0">
                  <a:moveTo>
                    <a:pt x="5189" y="0"/>
                  </a:moveTo>
                  <a:cubicBezTo>
                    <a:pt x="4765" y="66"/>
                    <a:pt x="4395" y="146"/>
                    <a:pt x="4011" y="238"/>
                  </a:cubicBezTo>
                  <a:cubicBezTo>
                    <a:pt x="2568" y="1416"/>
                    <a:pt x="795" y="3256"/>
                    <a:pt x="1" y="4103"/>
                  </a:cubicBezTo>
                  <a:lnTo>
                    <a:pt x="1284" y="4103"/>
                  </a:lnTo>
                  <a:lnTo>
                    <a:pt x="51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0"/>
            <p:cNvSpPr/>
            <p:nvPr/>
          </p:nvSpPr>
          <p:spPr>
            <a:xfrm>
              <a:off x="1786522" y="2291738"/>
              <a:ext cx="239293" cy="322949"/>
            </a:xfrm>
            <a:custGeom>
              <a:avLst/>
              <a:gdLst/>
              <a:ahLst/>
              <a:cxnLst/>
              <a:rect l="l" t="t" r="r" b="b"/>
              <a:pathLst>
                <a:path w="2992" h="4038" extrusionOk="0">
                  <a:moveTo>
                    <a:pt x="2701" y="1"/>
                  </a:moveTo>
                  <a:cubicBezTo>
                    <a:pt x="1986" y="1059"/>
                    <a:pt x="649" y="3071"/>
                    <a:pt x="1" y="4037"/>
                  </a:cubicBezTo>
                  <a:cubicBezTo>
                    <a:pt x="146" y="4037"/>
                    <a:pt x="279" y="4024"/>
                    <a:pt x="411" y="4024"/>
                  </a:cubicBezTo>
                  <a:lnTo>
                    <a:pt x="2992" y="54"/>
                  </a:lnTo>
                  <a:cubicBezTo>
                    <a:pt x="2899" y="27"/>
                    <a:pt x="2780" y="1"/>
                    <a:pt x="27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0"/>
            <p:cNvSpPr/>
            <p:nvPr/>
          </p:nvSpPr>
          <p:spPr>
            <a:xfrm>
              <a:off x="1579061" y="2258228"/>
              <a:ext cx="301755" cy="372295"/>
            </a:xfrm>
            <a:custGeom>
              <a:avLst/>
              <a:gdLst/>
              <a:ahLst/>
              <a:cxnLst/>
              <a:rect l="l" t="t" r="r" b="b"/>
              <a:pathLst>
                <a:path w="3773" h="4655" extrusionOk="0">
                  <a:moveTo>
                    <a:pt x="3587" y="1"/>
                  </a:moveTo>
                  <a:cubicBezTo>
                    <a:pt x="3367" y="1"/>
                    <a:pt x="3128" y="31"/>
                    <a:pt x="2912" y="62"/>
                  </a:cubicBezTo>
                  <a:cubicBezTo>
                    <a:pt x="2846" y="75"/>
                    <a:pt x="2767" y="89"/>
                    <a:pt x="2701" y="115"/>
                  </a:cubicBezTo>
                  <a:cubicBezTo>
                    <a:pt x="2330" y="208"/>
                    <a:pt x="2052" y="327"/>
                    <a:pt x="2052" y="327"/>
                  </a:cubicBezTo>
                  <a:cubicBezTo>
                    <a:pt x="1126" y="1306"/>
                    <a:pt x="1" y="4655"/>
                    <a:pt x="1" y="4655"/>
                  </a:cubicBezTo>
                  <a:lnTo>
                    <a:pt x="874" y="4642"/>
                  </a:lnTo>
                  <a:lnTo>
                    <a:pt x="1073" y="4642"/>
                  </a:lnTo>
                  <a:lnTo>
                    <a:pt x="2105" y="4628"/>
                  </a:lnTo>
                  <a:cubicBezTo>
                    <a:pt x="2608" y="2855"/>
                    <a:pt x="3773" y="9"/>
                    <a:pt x="3773" y="9"/>
                  </a:cubicBezTo>
                  <a:cubicBezTo>
                    <a:pt x="3713" y="3"/>
                    <a:pt x="3651" y="1"/>
                    <a:pt x="3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0"/>
            <p:cNvSpPr/>
            <p:nvPr/>
          </p:nvSpPr>
          <p:spPr>
            <a:xfrm>
              <a:off x="1648961" y="2264226"/>
              <a:ext cx="163074" cy="365257"/>
            </a:xfrm>
            <a:custGeom>
              <a:avLst/>
              <a:gdLst/>
              <a:ahLst/>
              <a:cxnLst/>
              <a:rect l="l" t="t" r="r" b="b"/>
              <a:pathLst>
                <a:path w="2039" h="4567" extrusionOk="0">
                  <a:moveTo>
                    <a:pt x="2038" y="0"/>
                  </a:moveTo>
                  <a:lnTo>
                    <a:pt x="2038" y="0"/>
                  </a:lnTo>
                  <a:cubicBezTo>
                    <a:pt x="1946" y="14"/>
                    <a:pt x="1893" y="40"/>
                    <a:pt x="1800" y="53"/>
                  </a:cubicBezTo>
                  <a:cubicBezTo>
                    <a:pt x="1760" y="146"/>
                    <a:pt x="1694" y="265"/>
                    <a:pt x="1641" y="371"/>
                  </a:cubicBezTo>
                  <a:cubicBezTo>
                    <a:pt x="1430" y="795"/>
                    <a:pt x="1231" y="1245"/>
                    <a:pt x="1033" y="1695"/>
                  </a:cubicBezTo>
                  <a:cubicBezTo>
                    <a:pt x="649" y="2581"/>
                    <a:pt x="318" y="3508"/>
                    <a:pt x="40" y="4434"/>
                  </a:cubicBezTo>
                  <a:cubicBezTo>
                    <a:pt x="40" y="4487"/>
                    <a:pt x="13" y="4514"/>
                    <a:pt x="0" y="4567"/>
                  </a:cubicBezTo>
                  <a:lnTo>
                    <a:pt x="199" y="4567"/>
                  </a:lnTo>
                  <a:cubicBezTo>
                    <a:pt x="331" y="4143"/>
                    <a:pt x="477" y="3706"/>
                    <a:pt x="622" y="3283"/>
                  </a:cubicBezTo>
                  <a:cubicBezTo>
                    <a:pt x="940" y="2370"/>
                    <a:pt x="1324" y="1496"/>
                    <a:pt x="1734" y="609"/>
                  </a:cubicBezTo>
                  <a:cubicBezTo>
                    <a:pt x="1840" y="411"/>
                    <a:pt x="1933" y="199"/>
                    <a:pt x="20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0"/>
            <p:cNvSpPr/>
            <p:nvPr/>
          </p:nvSpPr>
          <p:spPr>
            <a:xfrm>
              <a:off x="2339406" y="2702581"/>
              <a:ext cx="599911" cy="203223"/>
            </a:xfrm>
            <a:custGeom>
              <a:avLst/>
              <a:gdLst/>
              <a:ahLst/>
              <a:cxnLst/>
              <a:rect l="l" t="t" r="r" b="b"/>
              <a:pathLst>
                <a:path w="7501" h="2541" extrusionOk="0">
                  <a:moveTo>
                    <a:pt x="2971" y="1"/>
                  </a:moveTo>
                  <a:cubicBezTo>
                    <a:pt x="1383" y="1"/>
                    <a:pt x="0" y="120"/>
                    <a:pt x="142" y="475"/>
                  </a:cubicBezTo>
                  <a:cubicBezTo>
                    <a:pt x="142" y="475"/>
                    <a:pt x="976" y="2434"/>
                    <a:pt x="1572" y="2527"/>
                  </a:cubicBezTo>
                  <a:cubicBezTo>
                    <a:pt x="1627" y="2536"/>
                    <a:pt x="1703" y="2541"/>
                    <a:pt x="1795" y="2541"/>
                  </a:cubicBezTo>
                  <a:cubicBezTo>
                    <a:pt x="2737" y="2541"/>
                    <a:pt x="5408" y="2074"/>
                    <a:pt x="6058" y="1640"/>
                  </a:cubicBezTo>
                  <a:cubicBezTo>
                    <a:pt x="6760" y="1177"/>
                    <a:pt x="7501" y="608"/>
                    <a:pt x="7316" y="330"/>
                  </a:cubicBezTo>
                  <a:cubicBezTo>
                    <a:pt x="7213" y="183"/>
                    <a:pt x="4935" y="1"/>
                    <a:pt x="29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0"/>
            <p:cNvSpPr/>
            <p:nvPr/>
          </p:nvSpPr>
          <p:spPr>
            <a:xfrm>
              <a:off x="3615286" y="2632201"/>
              <a:ext cx="367417" cy="222497"/>
            </a:xfrm>
            <a:custGeom>
              <a:avLst/>
              <a:gdLst/>
              <a:ahLst/>
              <a:cxnLst/>
              <a:rect l="l" t="t" r="r" b="b"/>
              <a:pathLst>
                <a:path w="4594" h="2782" extrusionOk="0">
                  <a:moveTo>
                    <a:pt x="2446" y="0"/>
                  </a:moveTo>
                  <a:cubicBezTo>
                    <a:pt x="2409" y="0"/>
                    <a:pt x="2372" y="2"/>
                    <a:pt x="2335" y="5"/>
                  </a:cubicBezTo>
                  <a:cubicBezTo>
                    <a:pt x="2335" y="5"/>
                    <a:pt x="2798" y="336"/>
                    <a:pt x="2202" y="469"/>
                  </a:cubicBezTo>
                  <a:cubicBezTo>
                    <a:pt x="2055" y="501"/>
                    <a:pt x="1863" y="509"/>
                    <a:pt x="1654" y="509"/>
                  </a:cubicBezTo>
                  <a:cubicBezTo>
                    <a:pt x="1397" y="509"/>
                    <a:pt x="1116" y="496"/>
                    <a:pt x="864" y="496"/>
                  </a:cubicBezTo>
                  <a:cubicBezTo>
                    <a:pt x="470" y="496"/>
                    <a:pt x="147" y="528"/>
                    <a:pt x="98" y="694"/>
                  </a:cubicBezTo>
                  <a:cubicBezTo>
                    <a:pt x="0" y="1024"/>
                    <a:pt x="2756" y="2781"/>
                    <a:pt x="3725" y="2781"/>
                  </a:cubicBezTo>
                  <a:cubicBezTo>
                    <a:pt x="3804" y="2781"/>
                    <a:pt x="3870" y="2770"/>
                    <a:pt x="3923" y="2745"/>
                  </a:cubicBezTo>
                  <a:cubicBezTo>
                    <a:pt x="4594" y="2435"/>
                    <a:pt x="3856" y="0"/>
                    <a:pt x="24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0"/>
            <p:cNvSpPr/>
            <p:nvPr/>
          </p:nvSpPr>
          <p:spPr>
            <a:xfrm>
              <a:off x="2387792" y="2731693"/>
              <a:ext cx="310233" cy="121166"/>
            </a:xfrm>
            <a:custGeom>
              <a:avLst/>
              <a:gdLst/>
              <a:ahLst/>
              <a:cxnLst/>
              <a:rect l="l" t="t" r="r" b="b"/>
              <a:pathLst>
                <a:path w="3879" h="1515" extrusionOk="0">
                  <a:moveTo>
                    <a:pt x="2460" y="0"/>
                  </a:moveTo>
                  <a:cubicBezTo>
                    <a:pt x="1606" y="0"/>
                    <a:pt x="642" y="41"/>
                    <a:pt x="424" y="217"/>
                  </a:cubicBezTo>
                  <a:cubicBezTo>
                    <a:pt x="0" y="548"/>
                    <a:pt x="1125" y="1514"/>
                    <a:pt x="1125" y="1514"/>
                  </a:cubicBezTo>
                  <a:cubicBezTo>
                    <a:pt x="371" y="164"/>
                    <a:pt x="3878" y="32"/>
                    <a:pt x="3878" y="32"/>
                  </a:cubicBezTo>
                  <a:cubicBezTo>
                    <a:pt x="3878" y="32"/>
                    <a:pt x="3211" y="0"/>
                    <a:pt x="24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0"/>
            <p:cNvSpPr/>
            <p:nvPr/>
          </p:nvSpPr>
          <p:spPr>
            <a:xfrm>
              <a:off x="3711978" y="2683387"/>
              <a:ext cx="205462" cy="85496"/>
            </a:xfrm>
            <a:custGeom>
              <a:avLst/>
              <a:gdLst/>
              <a:ahLst/>
              <a:cxnLst/>
              <a:rect l="l" t="t" r="r" b="b"/>
              <a:pathLst>
                <a:path w="2569" h="1069" extrusionOk="0">
                  <a:moveTo>
                    <a:pt x="1867" y="1"/>
                  </a:moveTo>
                  <a:cubicBezTo>
                    <a:pt x="1841" y="345"/>
                    <a:pt x="1407" y="434"/>
                    <a:pt x="963" y="434"/>
                  </a:cubicBezTo>
                  <a:cubicBezTo>
                    <a:pt x="487" y="434"/>
                    <a:pt x="1" y="332"/>
                    <a:pt x="1" y="332"/>
                  </a:cubicBezTo>
                  <a:lnTo>
                    <a:pt x="1" y="332"/>
                  </a:lnTo>
                  <a:cubicBezTo>
                    <a:pt x="1" y="332"/>
                    <a:pt x="1562" y="1069"/>
                    <a:pt x="2206" y="1069"/>
                  </a:cubicBezTo>
                  <a:cubicBezTo>
                    <a:pt x="2357" y="1069"/>
                    <a:pt x="2458" y="1028"/>
                    <a:pt x="2476" y="927"/>
                  </a:cubicBezTo>
                  <a:cubicBezTo>
                    <a:pt x="2568" y="424"/>
                    <a:pt x="1867" y="1"/>
                    <a:pt x="18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0"/>
            <p:cNvSpPr/>
            <p:nvPr/>
          </p:nvSpPr>
          <p:spPr>
            <a:xfrm>
              <a:off x="2668273" y="2743769"/>
              <a:ext cx="174671" cy="51745"/>
            </a:xfrm>
            <a:custGeom>
              <a:avLst/>
              <a:gdLst/>
              <a:ahLst/>
              <a:cxnLst/>
              <a:rect l="l" t="t" r="r" b="b"/>
              <a:pathLst>
                <a:path w="2184" h="647" extrusionOk="0">
                  <a:moveTo>
                    <a:pt x="1456" y="0"/>
                  </a:moveTo>
                  <a:cubicBezTo>
                    <a:pt x="1411" y="0"/>
                    <a:pt x="1373" y="20"/>
                    <a:pt x="1351" y="66"/>
                  </a:cubicBezTo>
                  <a:cubicBezTo>
                    <a:pt x="1152" y="424"/>
                    <a:pt x="1" y="477"/>
                    <a:pt x="1" y="477"/>
                  </a:cubicBezTo>
                  <a:cubicBezTo>
                    <a:pt x="527" y="599"/>
                    <a:pt x="909" y="647"/>
                    <a:pt x="1182" y="647"/>
                  </a:cubicBezTo>
                  <a:cubicBezTo>
                    <a:pt x="2183" y="647"/>
                    <a:pt x="1711" y="0"/>
                    <a:pt x="1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>
              <a:off x="1380077" y="2767043"/>
              <a:ext cx="105890" cy="50866"/>
            </a:xfrm>
            <a:custGeom>
              <a:avLst/>
              <a:gdLst/>
              <a:ahLst/>
              <a:cxnLst/>
              <a:rect l="l" t="t" r="r" b="b"/>
              <a:pathLst>
                <a:path w="1324" h="636" extrusionOk="0">
                  <a:moveTo>
                    <a:pt x="662" y="0"/>
                  </a:moveTo>
                  <a:cubicBezTo>
                    <a:pt x="424" y="0"/>
                    <a:pt x="199" y="66"/>
                    <a:pt x="93" y="172"/>
                  </a:cubicBezTo>
                  <a:cubicBezTo>
                    <a:pt x="40" y="212"/>
                    <a:pt x="0" y="265"/>
                    <a:pt x="0" y="318"/>
                  </a:cubicBezTo>
                  <a:cubicBezTo>
                    <a:pt x="0" y="344"/>
                    <a:pt x="27" y="384"/>
                    <a:pt x="40" y="411"/>
                  </a:cubicBezTo>
                  <a:cubicBezTo>
                    <a:pt x="120" y="530"/>
                    <a:pt x="371" y="636"/>
                    <a:pt x="662" y="636"/>
                  </a:cubicBezTo>
                  <a:cubicBezTo>
                    <a:pt x="967" y="636"/>
                    <a:pt x="1218" y="543"/>
                    <a:pt x="1297" y="411"/>
                  </a:cubicBezTo>
                  <a:cubicBezTo>
                    <a:pt x="1311" y="384"/>
                    <a:pt x="1324" y="344"/>
                    <a:pt x="1324" y="318"/>
                  </a:cubicBezTo>
                  <a:cubicBezTo>
                    <a:pt x="1324" y="265"/>
                    <a:pt x="1297" y="212"/>
                    <a:pt x="1245" y="172"/>
                  </a:cubicBezTo>
                  <a:cubicBezTo>
                    <a:pt x="1152" y="66"/>
                    <a:pt x="914" y="0"/>
                    <a:pt x="6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0"/>
            <p:cNvSpPr/>
            <p:nvPr/>
          </p:nvSpPr>
          <p:spPr>
            <a:xfrm>
              <a:off x="1380077" y="2780799"/>
              <a:ext cx="105890" cy="19115"/>
            </a:xfrm>
            <a:custGeom>
              <a:avLst/>
              <a:gdLst/>
              <a:ahLst/>
              <a:cxnLst/>
              <a:rect l="l" t="t" r="r" b="b"/>
              <a:pathLst>
                <a:path w="1324" h="239" extrusionOk="0">
                  <a:moveTo>
                    <a:pt x="80" y="0"/>
                  </a:moveTo>
                  <a:cubicBezTo>
                    <a:pt x="40" y="40"/>
                    <a:pt x="0" y="93"/>
                    <a:pt x="0" y="146"/>
                  </a:cubicBezTo>
                  <a:cubicBezTo>
                    <a:pt x="0" y="172"/>
                    <a:pt x="14" y="212"/>
                    <a:pt x="40" y="239"/>
                  </a:cubicBezTo>
                  <a:lnTo>
                    <a:pt x="1297" y="239"/>
                  </a:lnTo>
                  <a:cubicBezTo>
                    <a:pt x="1311" y="212"/>
                    <a:pt x="1324" y="172"/>
                    <a:pt x="1324" y="146"/>
                  </a:cubicBezTo>
                  <a:cubicBezTo>
                    <a:pt x="1324" y="93"/>
                    <a:pt x="1297" y="40"/>
                    <a:pt x="12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0"/>
            <p:cNvSpPr/>
            <p:nvPr/>
          </p:nvSpPr>
          <p:spPr>
            <a:xfrm>
              <a:off x="1795000" y="2749048"/>
              <a:ext cx="153557" cy="72060"/>
            </a:xfrm>
            <a:custGeom>
              <a:avLst/>
              <a:gdLst/>
              <a:ahLst/>
              <a:cxnLst/>
              <a:rect l="l" t="t" r="r" b="b"/>
              <a:pathLst>
                <a:path w="1920" h="901" extrusionOk="0">
                  <a:moveTo>
                    <a:pt x="954" y="0"/>
                  </a:moveTo>
                  <a:cubicBezTo>
                    <a:pt x="596" y="0"/>
                    <a:pt x="279" y="93"/>
                    <a:pt x="107" y="238"/>
                  </a:cubicBezTo>
                  <a:cubicBezTo>
                    <a:pt x="27" y="305"/>
                    <a:pt x="1" y="371"/>
                    <a:pt x="1" y="463"/>
                  </a:cubicBezTo>
                  <a:cubicBezTo>
                    <a:pt x="1" y="503"/>
                    <a:pt x="14" y="543"/>
                    <a:pt x="40" y="596"/>
                  </a:cubicBezTo>
                  <a:cubicBezTo>
                    <a:pt x="173" y="768"/>
                    <a:pt x="530" y="900"/>
                    <a:pt x="954" y="900"/>
                  </a:cubicBezTo>
                  <a:cubicBezTo>
                    <a:pt x="1390" y="900"/>
                    <a:pt x="1748" y="768"/>
                    <a:pt x="1867" y="596"/>
                  </a:cubicBezTo>
                  <a:cubicBezTo>
                    <a:pt x="1893" y="556"/>
                    <a:pt x="1920" y="503"/>
                    <a:pt x="1920" y="463"/>
                  </a:cubicBezTo>
                  <a:cubicBezTo>
                    <a:pt x="1920" y="397"/>
                    <a:pt x="1880" y="305"/>
                    <a:pt x="1801" y="238"/>
                  </a:cubicBezTo>
                  <a:cubicBezTo>
                    <a:pt x="1629" y="93"/>
                    <a:pt x="1324" y="0"/>
                    <a:pt x="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0"/>
            <p:cNvSpPr/>
            <p:nvPr/>
          </p:nvSpPr>
          <p:spPr>
            <a:xfrm>
              <a:off x="1795000" y="2768082"/>
              <a:ext cx="153557" cy="28632"/>
            </a:xfrm>
            <a:custGeom>
              <a:avLst/>
              <a:gdLst/>
              <a:ahLst/>
              <a:cxnLst/>
              <a:rect l="l" t="t" r="r" b="b"/>
              <a:pathLst>
                <a:path w="1920" h="358" extrusionOk="0">
                  <a:moveTo>
                    <a:pt x="107" y="0"/>
                  </a:moveTo>
                  <a:cubicBezTo>
                    <a:pt x="27" y="67"/>
                    <a:pt x="1" y="133"/>
                    <a:pt x="1" y="225"/>
                  </a:cubicBezTo>
                  <a:cubicBezTo>
                    <a:pt x="1" y="265"/>
                    <a:pt x="14" y="305"/>
                    <a:pt x="40" y="358"/>
                  </a:cubicBezTo>
                  <a:lnTo>
                    <a:pt x="1867" y="358"/>
                  </a:lnTo>
                  <a:cubicBezTo>
                    <a:pt x="1893" y="318"/>
                    <a:pt x="1920" y="265"/>
                    <a:pt x="1920" y="225"/>
                  </a:cubicBezTo>
                  <a:cubicBezTo>
                    <a:pt x="1920" y="159"/>
                    <a:pt x="1880" y="67"/>
                    <a:pt x="1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0"/>
            <p:cNvSpPr/>
            <p:nvPr/>
          </p:nvSpPr>
          <p:spPr>
            <a:xfrm>
              <a:off x="914288" y="2455691"/>
              <a:ext cx="322949" cy="215699"/>
            </a:xfrm>
            <a:custGeom>
              <a:avLst/>
              <a:gdLst/>
              <a:ahLst/>
              <a:cxnLst/>
              <a:rect l="l" t="t" r="r" b="b"/>
              <a:pathLst>
                <a:path w="4038" h="2697" extrusionOk="0">
                  <a:moveTo>
                    <a:pt x="2244" y="1"/>
                  </a:moveTo>
                  <a:cubicBezTo>
                    <a:pt x="1323" y="1"/>
                    <a:pt x="244" y="148"/>
                    <a:pt x="252" y="571"/>
                  </a:cubicBezTo>
                  <a:cubicBezTo>
                    <a:pt x="252" y="571"/>
                    <a:pt x="1" y="2384"/>
                    <a:pt x="570" y="2556"/>
                  </a:cubicBezTo>
                  <a:cubicBezTo>
                    <a:pt x="830" y="2631"/>
                    <a:pt x="1397" y="2696"/>
                    <a:pt x="1966" y="2696"/>
                  </a:cubicBezTo>
                  <a:cubicBezTo>
                    <a:pt x="2614" y="2696"/>
                    <a:pt x="3264" y="2611"/>
                    <a:pt x="3469" y="2358"/>
                  </a:cubicBezTo>
                  <a:cubicBezTo>
                    <a:pt x="3839" y="1881"/>
                    <a:pt x="4038" y="254"/>
                    <a:pt x="3349" y="95"/>
                  </a:cubicBezTo>
                  <a:cubicBezTo>
                    <a:pt x="3124" y="37"/>
                    <a:pt x="2704" y="1"/>
                    <a:pt x="2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0"/>
            <p:cNvSpPr/>
            <p:nvPr/>
          </p:nvSpPr>
          <p:spPr>
            <a:xfrm>
              <a:off x="951398" y="2481924"/>
              <a:ext cx="245611" cy="164034"/>
            </a:xfrm>
            <a:custGeom>
              <a:avLst/>
              <a:gdLst/>
              <a:ahLst/>
              <a:cxnLst/>
              <a:rect l="l" t="t" r="r" b="b"/>
              <a:pathLst>
                <a:path w="3071" h="2051" extrusionOk="0">
                  <a:moveTo>
                    <a:pt x="1764" y="1"/>
                  </a:moveTo>
                  <a:cubicBezTo>
                    <a:pt x="1031" y="1"/>
                    <a:pt x="160" y="110"/>
                    <a:pt x="172" y="442"/>
                  </a:cubicBezTo>
                  <a:cubicBezTo>
                    <a:pt x="172" y="442"/>
                    <a:pt x="0" y="1567"/>
                    <a:pt x="305" y="1884"/>
                  </a:cubicBezTo>
                  <a:cubicBezTo>
                    <a:pt x="331" y="1911"/>
                    <a:pt x="371" y="1924"/>
                    <a:pt x="424" y="1951"/>
                  </a:cubicBezTo>
                  <a:cubicBezTo>
                    <a:pt x="437" y="1964"/>
                    <a:pt x="490" y="1977"/>
                    <a:pt x="516" y="1977"/>
                  </a:cubicBezTo>
                  <a:cubicBezTo>
                    <a:pt x="582" y="1977"/>
                    <a:pt x="662" y="1990"/>
                    <a:pt x="768" y="2017"/>
                  </a:cubicBezTo>
                  <a:cubicBezTo>
                    <a:pt x="834" y="2017"/>
                    <a:pt x="900" y="2030"/>
                    <a:pt x="980" y="2030"/>
                  </a:cubicBezTo>
                  <a:cubicBezTo>
                    <a:pt x="1128" y="2043"/>
                    <a:pt x="1290" y="2050"/>
                    <a:pt x="1454" y="2050"/>
                  </a:cubicBezTo>
                  <a:cubicBezTo>
                    <a:pt x="1963" y="2050"/>
                    <a:pt x="2487" y="1979"/>
                    <a:pt x="2647" y="1778"/>
                  </a:cubicBezTo>
                  <a:cubicBezTo>
                    <a:pt x="2912" y="1448"/>
                    <a:pt x="3071" y="428"/>
                    <a:pt x="2740" y="137"/>
                  </a:cubicBezTo>
                  <a:cubicBezTo>
                    <a:pt x="2700" y="111"/>
                    <a:pt x="2647" y="98"/>
                    <a:pt x="2607" y="71"/>
                  </a:cubicBezTo>
                  <a:lnTo>
                    <a:pt x="2581" y="71"/>
                  </a:lnTo>
                  <a:cubicBezTo>
                    <a:pt x="2502" y="58"/>
                    <a:pt x="2409" y="45"/>
                    <a:pt x="2290" y="31"/>
                  </a:cubicBezTo>
                  <a:cubicBezTo>
                    <a:pt x="2210" y="31"/>
                    <a:pt x="2105" y="5"/>
                    <a:pt x="2012" y="5"/>
                  </a:cubicBezTo>
                  <a:cubicBezTo>
                    <a:pt x="1932" y="2"/>
                    <a:pt x="1849" y="1"/>
                    <a:pt x="17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0"/>
            <p:cNvSpPr/>
            <p:nvPr/>
          </p:nvSpPr>
          <p:spPr>
            <a:xfrm>
              <a:off x="975711" y="2480164"/>
              <a:ext cx="157796" cy="158835"/>
            </a:xfrm>
            <a:custGeom>
              <a:avLst/>
              <a:gdLst/>
              <a:ahLst/>
              <a:cxnLst/>
              <a:rect l="l" t="t" r="r" b="b"/>
              <a:pathLst>
                <a:path w="1973" h="1986" extrusionOk="0">
                  <a:moveTo>
                    <a:pt x="1695" y="0"/>
                  </a:moveTo>
                  <a:cubicBezTo>
                    <a:pt x="1549" y="186"/>
                    <a:pt x="1390" y="345"/>
                    <a:pt x="1231" y="517"/>
                  </a:cubicBezTo>
                  <a:cubicBezTo>
                    <a:pt x="821" y="980"/>
                    <a:pt x="411" y="1417"/>
                    <a:pt x="1" y="1880"/>
                  </a:cubicBezTo>
                  <a:cubicBezTo>
                    <a:pt x="27" y="1920"/>
                    <a:pt x="67" y="1933"/>
                    <a:pt x="106" y="1946"/>
                  </a:cubicBezTo>
                  <a:cubicBezTo>
                    <a:pt x="133" y="1973"/>
                    <a:pt x="173" y="1986"/>
                    <a:pt x="212" y="1986"/>
                  </a:cubicBezTo>
                  <a:cubicBezTo>
                    <a:pt x="795" y="1337"/>
                    <a:pt x="1390" y="689"/>
                    <a:pt x="1973" y="27"/>
                  </a:cubicBezTo>
                  <a:cubicBezTo>
                    <a:pt x="1880" y="14"/>
                    <a:pt x="1787" y="14"/>
                    <a:pt x="1695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0"/>
            <p:cNvSpPr/>
            <p:nvPr/>
          </p:nvSpPr>
          <p:spPr>
            <a:xfrm>
              <a:off x="1012741" y="2486483"/>
              <a:ext cx="155716" cy="157796"/>
            </a:xfrm>
            <a:custGeom>
              <a:avLst/>
              <a:gdLst/>
              <a:ahLst/>
              <a:cxnLst/>
              <a:rect l="l" t="t" r="r" b="b"/>
              <a:pathLst>
                <a:path w="1947" h="1973" extrusionOk="0">
                  <a:moveTo>
                    <a:pt x="1814" y="1"/>
                  </a:moveTo>
                  <a:cubicBezTo>
                    <a:pt x="1245" y="636"/>
                    <a:pt x="649" y="1271"/>
                    <a:pt x="54" y="1907"/>
                  </a:cubicBezTo>
                  <a:lnTo>
                    <a:pt x="1" y="1960"/>
                  </a:lnTo>
                  <a:cubicBezTo>
                    <a:pt x="67" y="1960"/>
                    <a:pt x="133" y="1973"/>
                    <a:pt x="213" y="1973"/>
                  </a:cubicBezTo>
                  <a:cubicBezTo>
                    <a:pt x="358" y="1788"/>
                    <a:pt x="530" y="1629"/>
                    <a:pt x="676" y="1457"/>
                  </a:cubicBezTo>
                  <a:cubicBezTo>
                    <a:pt x="1086" y="1033"/>
                    <a:pt x="1483" y="596"/>
                    <a:pt x="1867" y="146"/>
                  </a:cubicBezTo>
                  <a:cubicBezTo>
                    <a:pt x="1907" y="133"/>
                    <a:pt x="1920" y="107"/>
                    <a:pt x="1946" y="67"/>
                  </a:cubicBezTo>
                  <a:cubicBezTo>
                    <a:pt x="1907" y="41"/>
                    <a:pt x="1867" y="1"/>
                    <a:pt x="1814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0"/>
            <p:cNvSpPr/>
            <p:nvPr/>
          </p:nvSpPr>
          <p:spPr>
            <a:xfrm>
              <a:off x="2439618" y="3131339"/>
              <a:ext cx="262646" cy="126844"/>
            </a:xfrm>
            <a:custGeom>
              <a:avLst/>
              <a:gdLst/>
              <a:ahLst/>
              <a:cxnLst/>
              <a:rect l="l" t="t" r="r" b="b"/>
              <a:pathLst>
                <a:path w="3284" h="1586" extrusionOk="0">
                  <a:moveTo>
                    <a:pt x="2496" y="1"/>
                  </a:moveTo>
                  <a:cubicBezTo>
                    <a:pt x="2192" y="1"/>
                    <a:pt x="1851" y="31"/>
                    <a:pt x="1576" y="64"/>
                  </a:cubicBezTo>
                  <a:cubicBezTo>
                    <a:pt x="1219" y="91"/>
                    <a:pt x="901" y="276"/>
                    <a:pt x="663" y="580"/>
                  </a:cubicBezTo>
                  <a:cubicBezTo>
                    <a:pt x="358" y="978"/>
                    <a:pt x="1" y="1507"/>
                    <a:pt x="358" y="1573"/>
                  </a:cubicBezTo>
                  <a:cubicBezTo>
                    <a:pt x="394" y="1582"/>
                    <a:pt x="437" y="1586"/>
                    <a:pt x="486" y="1586"/>
                  </a:cubicBezTo>
                  <a:cubicBezTo>
                    <a:pt x="1207" y="1586"/>
                    <a:pt x="3283" y="721"/>
                    <a:pt x="3283" y="263"/>
                  </a:cubicBezTo>
                  <a:cubicBezTo>
                    <a:pt x="3283" y="62"/>
                    <a:pt x="2926" y="1"/>
                    <a:pt x="24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>
              <a:off x="3865455" y="3086792"/>
              <a:ext cx="102771" cy="92054"/>
            </a:xfrm>
            <a:custGeom>
              <a:avLst/>
              <a:gdLst/>
              <a:ahLst/>
              <a:cxnLst/>
              <a:rect l="l" t="t" r="r" b="b"/>
              <a:pathLst>
                <a:path w="1285" h="1151" extrusionOk="0">
                  <a:moveTo>
                    <a:pt x="753" y="1"/>
                  </a:moveTo>
                  <a:cubicBezTo>
                    <a:pt x="339" y="1"/>
                    <a:pt x="1" y="62"/>
                    <a:pt x="1" y="251"/>
                  </a:cubicBezTo>
                  <a:cubicBezTo>
                    <a:pt x="1" y="502"/>
                    <a:pt x="596" y="873"/>
                    <a:pt x="1271" y="1151"/>
                  </a:cubicBezTo>
                  <a:cubicBezTo>
                    <a:pt x="1285" y="780"/>
                    <a:pt x="1285" y="410"/>
                    <a:pt x="1271" y="26"/>
                  </a:cubicBezTo>
                  <a:cubicBezTo>
                    <a:pt x="1098" y="11"/>
                    <a:pt x="919" y="1"/>
                    <a:pt x="7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3115027" y="2900285"/>
              <a:ext cx="498580" cy="71260"/>
            </a:xfrm>
            <a:custGeom>
              <a:avLst/>
              <a:gdLst/>
              <a:ahLst/>
              <a:cxnLst/>
              <a:rect l="l" t="t" r="r" b="b"/>
              <a:pathLst>
                <a:path w="6234" h="891" extrusionOk="0">
                  <a:moveTo>
                    <a:pt x="4366" y="0"/>
                  </a:moveTo>
                  <a:cubicBezTo>
                    <a:pt x="3977" y="0"/>
                    <a:pt x="3547" y="13"/>
                    <a:pt x="3097" y="42"/>
                  </a:cubicBezTo>
                  <a:cubicBezTo>
                    <a:pt x="1390" y="134"/>
                    <a:pt x="0" y="399"/>
                    <a:pt x="13" y="624"/>
                  </a:cubicBezTo>
                  <a:cubicBezTo>
                    <a:pt x="33" y="789"/>
                    <a:pt x="788" y="890"/>
                    <a:pt x="1869" y="890"/>
                  </a:cubicBezTo>
                  <a:cubicBezTo>
                    <a:pt x="2260" y="890"/>
                    <a:pt x="2693" y="877"/>
                    <a:pt x="3150" y="849"/>
                  </a:cubicBezTo>
                  <a:cubicBezTo>
                    <a:pt x="4844" y="756"/>
                    <a:pt x="6234" y="492"/>
                    <a:pt x="6221" y="267"/>
                  </a:cubicBezTo>
                  <a:cubicBezTo>
                    <a:pt x="6211" y="101"/>
                    <a:pt x="5444" y="0"/>
                    <a:pt x="4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0"/>
            <p:cNvSpPr/>
            <p:nvPr/>
          </p:nvSpPr>
          <p:spPr>
            <a:xfrm>
              <a:off x="3070560" y="2780159"/>
              <a:ext cx="512656" cy="88535"/>
            </a:xfrm>
            <a:custGeom>
              <a:avLst/>
              <a:gdLst/>
              <a:ahLst/>
              <a:cxnLst/>
              <a:rect l="l" t="t" r="r" b="b"/>
              <a:pathLst>
                <a:path w="6410" h="1107" extrusionOk="0">
                  <a:moveTo>
                    <a:pt x="3666" y="1"/>
                  </a:moveTo>
                  <a:cubicBezTo>
                    <a:pt x="2649" y="1"/>
                    <a:pt x="1398" y="264"/>
                    <a:pt x="0" y="1107"/>
                  </a:cubicBezTo>
                  <a:cubicBezTo>
                    <a:pt x="0" y="1107"/>
                    <a:pt x="2757" y="559"/>
                    <a:pt x="4818" y="559"/>
                  </a:cubicBezTo>
                  <a:cubicBezTo>
                    <a:pt x="5437" y="559"/>
                    <a:pt x="5993" y="608"/>
                    <a:pt x="6393" y="736"/>
                  </a:cubicBezTo>
                  <a:cubicBezTo>
                    <a:pt x="6409" y="736"/>
                    <a:pt x="5364" y="1"/>
                    <a:pt x="3666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7" name="Google Shape;867;p30"/>
          <p:cNvSpPr/>
          <p:nvPr/>
        </p:nvSpPr>
        <p:spPr>
          <a:xfrm>
            <a:off x="2741018" y="783967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>
          <a:extLst>
            <a:ext uri="{FF2B5EF4-FFF2-40B4-BE49-F238E27FC236}">
              <a16:creationId xmlns:a16="http://schemas.microsoft.com/office/drawing/2014/main" id="{2C27BE28-76A9-EC7B-8DE7-FE58DBFA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6CF0B92-236C-3646-5518-03B38390E071}"/>
              </a:ext>
            </a:extLst>
          </p:cNvPr>
          <p:cNvSpPr/>
          <p:nvPr/>
        </p:nvSpPr>
        <p:spPr>
          <a:xfrm>
            <a:off x="6320692" y="1394378"/>
            <a:ext cx="1842476" cy="2724329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B172D0-FEF3-B1DD-CE71-57F672836896}"/>
              </a:ext>
            </a:extLst>
          </p:cNvPr>
          <p:cNvSpPr/>
          <p:nvPr/>
        </p:nvSpPr>
        <p:spPr>
          <a:xfrm>
            <a:off x="3653692" y="1394617"/>
            <a:ext cx="1842476" cy="2728975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" name="Google Shape;992;p33">
            <a:extLst>
              <a:ext uri="{FF2B5EF4-FFF2-40B4-BE49-F238E27FC236}">
                <a16:creationId xmlns:a16="http://schemas.microsoft.com/office/drawing/2014/main" id="{B9ED7B68-DB08-CC27-6670-7F9FAC4BFF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3600" b="0" err="1">
                <a:latin typeface="Bookman Old Style"/>
              </a:rPr>
              <a:t>Utilizadores</a:t>
            </a:r>
            <a:endParaRPr lang="en-US" sz="3600" b="0">
              <a:latin typeface="Bookman Old Style"/>
            </a:endParaRPr>
          </a:p>
        </p:txBody>
      </p:sp>
      <p:sp>
        <p:nvSpPr>
          <p:cNvPr id="999" name="Google Shape;999;p33">
            <a:extLst>
              <a:ext uri="{FF2B5EF4-FFF2-40B4-BE49-F238E27FC236}">
                <a16:creationId xmlns:a16="http://schemas.microsoft.com/office/drawing/2014/main" id="{58958806-AB3F-3F10-226A-175DCF312751}"/>
              </a:ext>
            </a:extLst>
          </p:cNvPr>
          <p:cNvSpPr/>
          <p:nvPr/>
        </p:nvSpPr>
        <p:spPr>
          <a:xfrm>
            <a:off x="6184330" y="4323877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D76689-6FF3-03F8-B164-1DCB1C0DB688}"/>
              </a:ext>
            </a:extLst>
          </p:cNvPr>
          <p:cNvSpPr/>
          <p:nvPr/>
        </p:nvSpPr>
        <p:spPr>
          <a:xfrm>
            <a:off x="981808" y="1394379"/>
            <a:ext cx="1842476" cy="2724329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oogle Shape;989;p33">
            <a:extLst>
              <a:ext uri="{FF2B5EF4-FFF2-40B4-BE49-F238E27FC236}">
                <a16:creationId xmlns:a16="http://schemas.microsoft.com/office/drawing/2014/main" id="{D67234B9-023D-6010-1A89-72F82B3AEE2D}"/>
              </a:ext>
            </a:extLst>
          </p:cNvPr>
          <p:cNvSpPr txBox="1">
            <a:spLocks noGrp="1"/>
          </p:cNvSpPr>
          <p:nvPr/>
        </p:nvSpPr>
        <p:spPr>
          <a:xfrm>
            <a:off x="1116655" y="3667183"/>
            <a:ext cx="1572288" cy="32007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" sz="1800">
                <a:solidFill>
                  <a:srgbClr val="3C997A"/>
                </a:solidFill>
                <a:cs typeface="Arial"/>
              </a:rPr>
              <a:t>ADMIN</a:t>
            </a:r>
            <a:endParaRPr lang="pt-PT" sz="1800" err="1">
              <a:solidFill>
                <a:srgbClr val="3C997A"/>
              </a:solidFill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B5B5F7-5946-962F-E361-E0DD45B70536}"/>
              </a:ext>
            </a:extLst>
          </p:cNvPr>
          <p:cNvSpPr txBox="1"/>
          <p:nvPr/>
        </p:nvSpPr>
        <p:spPr>
          <a:xfrm>
            <a:off x="1073781" y="1507678"/>
            <a:ext cx="1584282" cy="9911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50" err="1">
                <a:solidFill>
                  <a:schemeClr val="dk1"/>
                </a:solidFill>
                <a:latin typeface="Montserrat"/>
                <a:sym typeface="Montserrat"/>
              </a:rPr>
              <a:t>Assegura</a:t>
            </a:r>
            <a:r>
              <a:rPr lang="en-US" sz="1150">
                <a:solidFill>
                  <a:schemeClr val="dk1"/>
                </a:solidFill>
                <a:latin typeface="Montserrat"/>
                <a:sym typeface="Montserrat"/>
              </a:rPr>
              <a:t> o </a:t>
            </a:r>
            <a:r>
              <a:rPr lang="en-US" sz="1150" err="1">
                <a:solidFill>
                  <a:schemeClr val="dk1"/>
                </a:solidFill>
                <a:latin typeface="Montserrat"/>
                <a:sym typeface="Montserrat"/>
              </a:rPr>
              <a:t>bom</a:t>
            </a:r>
            <a:r>
              <a:rPr lang="en-US" sz="1150">
                <a:solidFill>
                  <a:schemeClr val="dk1"/>
                </a:solidFill>
                <a:latin typeface="Montserrat"/>
                <a:sym typeface="Montserrat"/>
              </a:rPr>
              <a:t> </a:t>
            </a:r>
            <a:r>
              <a:rPr lang="en-US" sz="1150" err="1">
                <a:solidFill>
                  <a:schemeClr val="dk1"/>
                </a:solidFill>
                <a:latin typeface="Montserrat"/>
                <a:sym typeface="Montserrat"/>
              </a:rPr>
              <a:t>funcionamento</a:t>
            </a:r>
            <a:r>
              <a:rPr lang="en-US" sz="1150">
                <a:solidFill>
                  <a:schemeClr val="dk1"/>
                </a:solidFill>
                <a:latin typeface="Montserrat"/>
                <a:sym typeface="Montserrat"/>
              </a:rPr>
              <a:t> do </a:t>
            </a:r>
            <a:r>
              <a:rPr lang="en-US" sz="1150" err="1">
                <a:solidFill>
                  <a:schemeClr val="dk1"/>
                </a:solidFill>
                <a:latin typeface="Montserrat"/>
                <a:sym typeface="Montserrat"/>
              </a:rPr>
              <a:t>sistema</a:t>
            </a:r>
            <a:r>
              <a:rPr lang="en-US" sz="1150">
                <a:solidFill>
                  <a:schemeClr val="dk1"/>
                </a:solidFill>
                <a:latin typeface="Montserrat"/>
                <a:sym typeface="Montserrat"/>
              </a:rPr>
              <a:t> e a </a:t>
            </a:r>
            <a:r>
              <a:rPr lang="en-US" sz="1150" err="1">
                <a:solidFill>
                  <a:schemeClr val="dk1"/>
                </a:solidFill>
                <a:latin typeface="Montserrat"/>
                <a:sym typeface="Montserrat"/>
              </a:rPr>
              <a:t>conformidade</a:t>
            </a:r>
            <a:r>
              <a:rPr lang="en-US" sz="1150">
                <a:solidFill>
                  <a:schemeClr val="dk1"/>
                </a:solidFill>
                <a:latin typeface="Montserrat"/>
                <a:sym typeface="Montserrat"/>
              </a:rPr>
              <a:t> das </a:t>
            </a:r>
            <a:r>
              <a:rPr lang="en-US" sz="1150" err="1">
                <a:solidFill>
                  <a:schemeClr val="dk1"/>
                </a:solidFill>
                <a:latin typeface="Montserrat"/>
                <a:sym typeface="Montserrat"/>
              </a:rPr>
              <a:t>operações</a:t>
            </a:r>
            <a:r>
              <a:rPr lang="en-US" sz="1150">
                <a:solidFill>
                  <a:schemeClr val="dk1"/>
                </a:solidFill>
                <a:latin typeface="Montserrat"/>
                <a:sym typeface="Montserrat"/>
              </a:rPr>
              <a:t>.</a:t>
            </a:r>
            <a:endParaRPr lang="en-US" sz="1150" err="1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91D0A-760C-76D9-FB28-E4C00AF86D30}"/>
              </a:ext>
            </a:extLst>
          </p:cNvPr>
          <p:cNvSpPr txBox="1"/>
          <p:nvPr/>
        </p:nvSpPr>
        <p:spPr>
          <a:xfrm>
            <a:off x="6435658" y="1507677"/>
            <a:ext cx="1616807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50">
                <a:solidFill>
                  <a:schemeClr val="dk1"/>
                </a:solidFill>
                <a:latin typeface="Montserrat"/>
              </a:rPr>
              <a:t>Quem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pretende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alugar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um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veículo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e ter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opções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adequadas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ao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seu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orçamento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,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localização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e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período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pretendido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. </a:t>
            </a:r>
            <a:endParaRPr lang="en-US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81234-988A-B0DA-55B0-F288B23C5360}"/>
              </a:ext>
            </a:extLst>
          </p:cNvPr>
          <p:cNvSpPr txBox="1"/>
          <p:nvPr/>
        </p:nvSpPr>
        <p:spPr>
          <a:xfrm>
            <a:off x="3745427" y="1507676"/>
            <a:ext cx="1653977" cy="13311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50" err="1">
                <a:solidFill>
                  <a:schemeClr val="dk1"/>
                </a:solidFill>
                <a:latin typeface="Montserrat"/>
              </a:rPr>
              <a:t>Pessoass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com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veículos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disponíveis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,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quere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 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rentabilizar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os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seus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automóveis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de forma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fácil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 e </a:t>
            </a:r>
            <a:r>
              <a:rPr lang="en-US" sz="1150" err="1">
                <a:solidFill>
                  <a:schemeClr val="dk1"/>
                </a:solidFill>
                <a:latin typeface="Montserrat"/>
              </a:rPr>
              <a:t>organizada</a:t>
            </a:r>
            <a:r>
              <a:rPr lang="en-US" sz="1150">
                <a:solidFill>
                  <a:schemeClr val="dk1"/>
                </a:solidFill>
                <a:latin typeface="Montserrat"/>
              </a:rPr>
              <a:t>.</a:t>
            </a:r>
            <a:endParaRPr lang="en-US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90EAE-1BED-1991-93FD-6E835CFF8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499" y="2835609"/>
            <a:ext cx="763652" cy="780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FD6086-87FE-1E82-9C7D-0CAEAF1EE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769" y="2570807"/>
            <a:ext cx="890239" cy="9227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567F7B-99AC-5BBE-B03D-ADD6D672B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339" y="3041513"/>
            <a:ext cx="431329" cy="459157"/>
          </a:xfrm>
          <a:prstGeom prst="rect">
            <a:avLst/>
          </a:prstGeom>
        </p:spPr>
      </p:pic>
      <p:sp>
        <p:nvSpPr>
          <p:cNvPr id="10" name="Google Shape;989;p33">
            <a:extLst>
              <a:ext uri="{FF2B5EF4-FFF2-40B4-BE49-F238E27FC236}">
                <a16:creationId xmlns:a16="http://schemas.microsoft.com/office/drawing/2014/main" id="{0FE0B662-28A9-184D-0006-8EAB6994DB5D}"/>
              </a:ext>
            </a:extLst>
          </p:cNvPr>
          <p:cNvSpPr txBox="1">
            <a:spLocks noGrp="1"/>
          </p:cNvSpPr>
          <p:nvPr/>
        </p:nvSpPr>
        <p:spPr>
          <a:xfrm>
            <a:off x="3789137" y="3667182"/>
            <a:ext cx="1572288" cy="32007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" sz="1800">
                <a:solidFill>
                  <a:srgbClr val="3C997A"/>
                </a:solidFill>
                <a:cs typeface="Arial"/>
              </a:rPr>
              <a:t>Owner</a:t>
            </a:r>
            <a:endParaRPr lang="pt-PT"/>
          </a:p>
        </p:txBody>
      </p:sp>
      <p:sp>
        <p:nvSpPr>
          <p:cNvPr id="17" name="Google Shape;989;p33">
            <a:extLst>
              <a:ext uri="{FF2B5EF4-FFF2-40B4-BE49-F238E27FC236}">
                <a16:creationId xmlns:a16="http://schemas.microsoft.com/office/drawing/2014/main" id="{25A50F3C-C498-7228-DAC2-BCCA9C2F59D4}"/>
              </a:ext>
            </a:extLst>
          </p:cNvPr>
          <p:cNvSpPr txBox="1">
            <a:spLocks noGrp="1"/>
          </p:cNvSpPr>
          <p:nvPr/>
        </p:nvSpPr>
        <p:spPr>
          <a:xfrm>
            <a:off x="6461618" y="3667181"/>
            <a:ext cx="1572288" cy="32007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" sz="1800">
                <a:solidFill>
                  <a:srgbClr val="3C997A"/>
                </a:solidFill>
                <a:cs typeface="Arial"/>
              </a:rPr>
              <a:t>Renter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92657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>
          <a:extLst>
            <a:ext uri="{FF2B5EF4-FFF2-40B4-BE49-F238E27FC236}">
              <a16:creationId xmlns:a16="http://schemas.microsoft.com/office/drawing/2014/main" id="{A03FD1A0-D461-3BA9-EDFE-37D115E22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3">
            <a:extLst>
              <a:ext uri="{FF2B5EF4-FFF2-40B4-BE49-F238E27FC236}">
                <a16:creationId xmlns:a16="http://schemas.microsoft.com/office/drawing/2014/main" id="{792CD873-FB64-C4B7-7DEF-573D0DDE10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31226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3600" b="0" err="1">
                <a:latin typeface="Bookman Old Style"/>
              </a:rPr>
              <a:t>Arquitetura</a:t>
            </a:r>
            <a:endParaRPr lang="pt-PT" sz="3600" b="0" err="1">
              <a:latin typeface="Bookman Old Style"/>
            </a:endParaRPr>
          </a:p>
        </p:txBody>
      </p:sp>
      <p:sp>
        <p:nvSpPr>
          <p:cNvPr id="999" name="Google Shape;999;p33">
            <a:extLst>
              <a:ext uri="{FF2B5EF4-FFF2-40B4-BE49-F238E27FC236}">
                <a16:creationId xmlns:a16="http://schemas.microsoft.com/office/drawing/2014/main" id="{271773F3-FCBC-BFA9-FF70-8741C1223C95}"/>
              </a:ext>
            </a:extLst>
          </p:cNvPr>
          <p:cNvSpPr/>
          <p:nvPr/>
        </p:nvSpPr>
        <p:spPr>
          <a:xfrm>
            <a:off x="6690745" y="4413720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m 2" descr="Uma imagem com texto, diagrama, file, Esquema&#10;&#10;Os conteúdos gerados por IA poderão estar incorretos.">
            <a:extLst>
              <a:ext uri="{FF2B5EF4-FFF2-40B4-BE49-F238E27FC236}">
                <a16:creationId xmlns:a16="http://schemas.microsoft.com/office/drawing/2014/main" id="{8156B4ED-F3F2-2B5B-5243-A8E73A806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414" y="1046284"/>
            <a:ext cx="5127171" cy="398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56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7C642-F7C2-E99C-42CF-D9D562C52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8129" y="1693498"/>
            <a:ext cx="2959924" cy="1471212"/>
          </a:xfrm>
        </p:spPr>
        <p:txBody>
          <a:bodyPr/>
          <a:lstStyle/>
          <a:p>
            <a:r>
              <a:rPr lang="en-US" sz="3600" b="0">
                <a:latin typeface="Bookman Old Style"/>
              </a:rPr>
              <a:t>Domain Model</a:t>
            </a:r>
          </a:p>
        </p:txBody>
      </p:sp>
      <p:pic>
        <p:nvPicPr>
          <p:cNvPr id="3" name="Imagem 2" descr="Uma imagem com texto, Tipo de letra, diagrama, Paralelo&#10;&#10;Os conteúdos gerados por IA poderão estar incorretos.">
            <a:extLst>
              <a:ext uri="{FF2B5EF4-FFF2-40B4-BE49-F238E27FC236}">
                <a16:creationId xmlns:a16="http://schemas.microsoft.com/office/drawing/2014/main" id="{37476C7C-38A2-8868-5309-584FB409C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792" y="230245"/>
            <a:ext cx="3339869" cy="468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79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>
          <a:extLst>
            <a:ext uri="{FF2B5EF4-FFF2-40B4-BE49-F238E27FC236}">
              <a16:creationId xmlns:a16="http://schemas.microsoft.com/office/drawing/2014/main" id="{EF9A87BB-58C7-78AA-02B7-EA83FA57E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3">
            <a:extLst>
              <a:ext uri="{FF2B5EF4-FFF2-40B4-BE49-F238E27FC236}">
                <a16:creationId xmlns:a16="http://schemas.microsoft.com/office/drawing/2014/main" id="{17BCF151-BAE5-4472-7AD3-E335543322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3600" b="0">
                <a:latin typeface="Bookman Old Style"/>
              </a:rPr>
              <a:t>CI</a:t>
            </a:r>
            <a:endParaRPr lang="en-US" sz="3600" b="0">
              <a:latin typeface="Bookman Old Style"/>
            </a:endParaRPr>
          </a:p>
        </p:txBody>
      </p:sp>
      <p:sp>
        <p:nvSpPr>
          <p:cNvPr id="999" name="Google Shape;999;p33">
            <a:extLst>
              <a:ext uri="{FF2B5EF4-FFF2-40B4-BE49-F238E27FC236}">
                <a16:creationId xmlns:a16="http://schemas.microsoft.com/office/drawing/2014/main" id="{A34E86EB-45C7-3F5F-DD9F-16FDC5A3A351}"/>
              </a:ext>
            </a:extLst>
          </p:cNvPr>
          <p:cNvSpPr/>
          <p:nvPr/>
        </p:nvSpPr>
        <p:spPr>
          <a:xfrm>
            <a:off x="2963200" y="4409455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EF84D65-C127-360A-3FE6-CDA4CA857CEA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45194" y="1265972"/>
            <a:ext cx="7722686" cy="1439446"/>
          </a:xfrm>
        </p:spPr>
        <p:txBody>
          <a:bodyPr/>
          <a:lstStyle/>
          <a:p>
            <a:pPr algn="l">
              <a:buFont typeface="Wingdings"/>
              <a:buChar char="q"/>
            </a:pPr>
            <a:r>
              <a:rPr lang="en-US"/>
              <a:t>Duas branches </a:t>
            </a:r>
            <a:r>
              <a:rPr lang="en-US" err="1"/>
              <a:t>principais</a:t>
            </a:r>
            <a:r>
              <a:rPr lang="en-US"/>
              <a:t>: </a:t>
            </a:r>
            <a:r>
              <a:rPr lang="en-US" b="1"/>
              <a:t>dev </a:t>
            </a:r>
            <a:r>
              <a:rPr lang="en-US"/>
              <a:t>e </a:t>
            </a:r>
            <a:r>
              <a:rPr lang="en-US" b="1"/>
              <a:t>main</a:t>
            </a:r>
          </a:p>
          <a:p>
            <a:pPr algn="l">
              <a:buFont typeface="Wingdings"/>
              <a:buChar char="q"/>
            </a:pPr>
            <a:r>
              <a:rPr lang="en-US"/>
              <a:t>São </a:t>
            </a:r>
            <a:r>
              <a:rPr lang="en-US" err="1"/>
              <a:t>criadas</a:t>
            </a:r>
            <a:r>
              <a:rPr lang="en-US"/>
              <a:t> </a:t>
            </a:r>
            <a:r>
              <a:rPr lang="en-US" err="1"/>
              <a:t>novas</a:t>
            </a:r>
            <a:r>
              <a:rPr lang="en-US"/>
              <a:t> </a:t>
            </a:r>
            <a:r>
              <a:rPr lang="en-US" err="1"/>
              <a:t>ramificações</a:t>
            </a:r>
            <a:r>
              <a:rPr lang="en-US"/>
              <a:t> a </a:t>
            </a:r>
            <a:r>
              <a:rPr lang="en-US" err="1"/>
              <a:t>partir</a:t>
            </a:r>
            <a:r>
              <a:rPr lang="en-US"/>
              <a:t> do dev para </a:t>
            </a:r>
            <a:r>
              <a:rPr lang="en-US" err="1"/>
              <a:t>novas</a:t>
            </a:r>
            <a:r>
              <a:rPr lang="en-US"/>
              <a:t> </a:t>
            </a:r>
            <a:r>
              <a:rPr lang="en-US" err="1"/>
              <a:t>funcionalidades</a:t>
            </a:r>
            <a:r>
              <a:rPr lang="en-US"/>
              <a:t>, </a:t>
            </a:r>
            <a:r>
              <a:rPr lang="en-US" err="1"/>
              <a:t>tudo</a:t>
            </a:r>
            <a:r>
              <a:rPr lang="en-US"/>
              <a:t> com </a:t>
            </a:r>
            <a:r>
              <a:rPr lang="en-US" i="1"/>
              <a:t>backlog </a:t>
            </a:r>
            <a:r>
              <a:rPr lang="en-US"/>
              <a:t>no </a:t>
            </a:r>
            <a:r>
              <a:rPr lang="en-US" err="1"/>
              <a:t>jira</a:t>
            </a:r>
            <a:r>
              <a:rPr lang="en-US"/>
              <a:t> </a:t>
            </a:r>
          </a:p>
          <a:p>
            <a:pPr algn="l">
              <a:buFont typeface="Wingdings"/>
              <a:buChar char="q"/>
            </a:pPr>
            <a:r>
              <a:rPr lang="en-US" err="1"/>
              <a:t>Verificações</a:t>
            </a:r>
            <a:r>
              <a:rPr lang="en-US"/>
              <a:t> </a:t>
            </a:r>
            <a:r>
              <a:rPr lang="en-US" err="1"/>
              <a:t>automáticas</a:t>
            </a:r>
            <a:r>
              <a:rPr lang="en-US"/>
              <a:t>: Build &amp; Test, SonarQube e </a:t>
            </a:r>
            <a:r>
              <a:rPr lang="en-US" err="1"/>
              <a:t>SonarCloud</a:t>
            </a:r>
            <a:r>
              <a:rPr lang="en-US"/>
              <a:t> (</a:t>
            </a:r>
            <a:r>
              <a:rPr lang="en-US" err="1"/>
              <a:t>cobertura</a:t>
            </a:r>
            <a:r>
              <a:rPr lang="en-US"/>
              <a:t> </a:t>
            </a:r>
            <a:r>
              <a:rPr lang="en-US" err="1"/>
              <a:t>mínima</a:t>
            </a:r>
            <a:r>
              <a:rPr lang="en-US"/>
              <a:t> de 80%)</a:t>
            </a:r>
          </a:p>
          <a:p>
            <a:pPr algn="l">
              <a:buFont typeface="Wingdings"/>
              <a:buChar char="q"/>
            </a:pPr>
            <a:r>
              <a:rPr lang="en-US"/>
              <a:t>Pull-request </a:t>
            </a:r>
            <a:r>
              <a:rPr lang="en-US" err="1"/>
              <a:t>requer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aprovação</a:t>
            </a:r>
            <a:r>
              <a:rPr lang="en-US"/>
              <a:t>. </a:t>
            </a:r>
          </a:p>
          <a:p>
            <a:pPr algn="l">
              <a:buFont typeface="Wingdings"/>
              <a:buChar char="q"/>
            </a:pPr>
            <a:endParaRPr lang="en-US"/>
          </a:p>
          <a:p>
            <a:pPr algn="l">
              <a:buFont typeface="Wingdings"/>
              <a:buChar char="q"/>
            </a:pPr>
            <a:endParaRPr lang="en-US"/>
          </a:p>
          <a:p>
            <a:pPr>
              <a:buFont typeface="Wingdings"/>
              <a:buChar char="q"/>
            </a:pPr>
            <a:endParaRPr lang="en-US"/>
          </a:p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F54B37-9040-F422-2AE8-C61A941F4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83" y="2835775"/>
            <a:ext cx="5299139" cy="12913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55807C-8500-476C-D85A-407D41A3B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704" y="3898933"/>
            <a:ext cx="3019569" cy="11542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51D94F-455D-CCDE-41FA-54C761D8E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216" y="2545317"/>
            <a:ext cx="3036546" cy="142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102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>
          <a:extLst>
            <a:ext uri="{FF2B5EF4-FFF2-40B4-BE49-F238E27FC236}">
              <a16:creationId xmlns:a16="http://schemas.microsoft.com/office/drawing/2014/main" id="{BB921A95-8F7D-9FD5-CB02-A36C2958D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3">
            <a:extLst>
              <a:ext uri="{FF2B5EF4-FFF2-40B4-BE49-F238E27FC236}">
                <a16:creationId xmlns:a16="http://schemas.microsoft.com/office/drawing/2014/main" id="{4263388B-1C86-A0EE-C212-E5202E3E42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29903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3600" b="0">
                <a:latin typeface="Bookman Old Style"/>
              </a:rPr>
              <a:t>CD</a:t>
            </a:r>
            <a:endParaRPr lang="en-US" sz="3600" b="0">
              <a:latin typeface="Bookman Old Style"/>
            </a:endParaRPr>
          </a:p>
        </p:txBody>
      </p:sp>
      <p:sp>
        <p:nvSpPr>
          <p:cNvPr id="999" name="Google Shape;999;p33">
            <a:extLst>
              <a:ext uri="{FF2B5EF4-FFF2-40B4-BE49-F238E27FC236}">
                <a16:creationId xmlns:a16="http://schemas.microsoft.com/office/drawing/2014/main" id="{ECDD43BD-8C02-31DF-7DD1-E6525CD6AC9F}"/>
              </a:ext>
            </a:extLst>
          </p:cNvPr>
          <p:cNvSpPr/>
          <p:nvPr/>
        </p:nvSpPr>
        <p:spPr>
          <a:xfrm>
            <a:off x="2963200" y="4409455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BF4809C-54C3-55A5-2F3B-BD0D74B31BDA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16413" y="1442767"/>
            <a:ext cx="8413419" cy="2512549"/>
          </a:xfrm>
        </p:spPr>
        <p:txBody>
          <a:bodyPr/>
          <a:lstStyle/>
          <a:p>
            <a:pPr algn="l">
              <a:buFont typeface="Arial"/>
              <a:buChar char="•"/>
            </a:pPr>
            <a:r>
              <a:rPr lang="en-US" sz="1800" b="1">
                <a:latin typeface="Calibri"/>
              </a:rPr>
              <a:t>Branches de Deploy:</a:t>
            </a:r>
            <a:endParaRPr lang="pt-PT" sz="1800" b="1">
              <a:latin typeface="Calibri"/>
            </a:endParaRPr>
          </a:p>
          <a:p>
            <a:pPr lvl="1" algn="l">
              <a:buFont typeface="Courier New"/>
              <a:buChar char="o"/>
            </a:pPr>
            <a:r>
              <a:rPr lang="en-US" sz="1800">
                <a:latin typeface="Calibri"/>
              </a:rPr>
              <a:t>main: </a:t>
            </a:r>
            <a:r>
              <a:rPr lang="en-US" sz="1800" err="1">
                <a:latin typeface="Calibri"/>
              </a:rPr>
              <a:t>Produção</a:t>
            </a:r>
            <a:r>
              <a:rPr lang="en-US" sz="1800">
                <a:latin typeface="Calibri"/>
              </a:rPr>
              <a:t> (Deploy </a:t>
            </a:r>
            <a:r>
              <a:rPr lang="en-US" sz="1800" err="1">
                <a:latin typeface="Calibri"/>
              </a:rPr>
              <a:t>automático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após</a:t>
            </a:r>
            <a:r>
              <a:rPr lang="en-US" sz="1800">
                <a:latin typeface="Calibri"/>
              </a:rPr>
              <a:t> </a:t>
            </a:r>
            <a:r>
              <a:rPr lang="en-US" sz="1800" i="1">
                <a:latin typeface="Calibri"/>
              </a:rPr>
              <a:t>merge</a:t>
            </a:r>
            <a:r>
              <a:rPr lang="en-US" sz="1800">
                <a:latin typeface="Calibri"/>
              </a:rPr>
              <a:t>).</a:t>
            </a:r>
            <a:endParaRPr lang="pt-PT" sz="1800">
              <a:latin typeface="Calibri"/>
            </a:endParaRPr>
          </a:p>
          <a:p>
            <a:pPr lvl="1" algn="l">
              <a:buFont typeface="Courier New"/>
              <a:buChar char="o"/>
            </a:pPr>
            <a:r>
              <a:rPr lang="en-US" sz="1800">
                <a:latin typeface="Calibri"/>
              </a:rPr>
              <a:t>staging: Testes (Deploy </a:t>
            </a:r>
            <a:r>
              <a:rPr lang="en-US" sz="1800" err="1">
                <a:latin typeface="Calibri"/>
              </a:rPr>
              <a:t>automático</a:t>
            </a:r>
            <a:r>
              <a:rPr lang="en-US" sz="1800">
                <a:latin typeface="Calibri"/>
              </a:rPr>
              <a:t> para VM de testes).</a:t>
            </a:r>
          </a:p>
          <a:p>
            <a:pPr lvl="1" algn="l">
              <a:buFont typeface="Courier New"/>
              <a:buChar char="o"/>
            </a:pPr>
            <a:endParaRPr lang="en-US" sz="1800">
              <a:latin typeface="Calibri"/>
            </a:endParaRPr>
          </a:p>
          <a:p>
            <a:pPr algn="l">
              <a:buFont typeface="Arial"/>
              <a:buChar char="•"/>
            </a:pPr>
            <a:r>
              <a:rPr lang="en-US" sz="1800" b="1">
                <a:latin typeface="Calibri"/>
              </a:rPr>
              <a:t>Fase de Build </a:t>
            </a:r>
            <a:r>
              <a:rPr lang="en-US" sz="1800" b="1" err="1">
                <a:latin typeface="Calibri"/>
              </a:rPr>
              <a:t>Unificada</a:t>
            </a:r>
            <a:r>
              <a:rPr lang="en-US" sz="1800" b="1">
                <a:latin typeface="Calibri"/>
              </a:rPr>
              <a:t>:</a:t>
            </a:r>
            <a:endParaRPr lang="en-US" sz="1800">
              <a:latin typeface="Calibri"/>
            </a:endParaRPr>
          </a:p>
          <a:p>
            <a:pPr lvl="1" algn="l">
              <a:buFont typeface="Courier New"/>
              <a:buChar char="o"/>
            </a:pPr>
            <a:r>
              <a:rPr lang="en-US" sz="1800" b="1">
                <a:latin typeface="Calibri"/>
              </a:rPr>
              <a:t>Backend: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Compilação</a:t>
            </a:r>
            <a:r>
              <a:rPr lang="en-US" sz="1800">
                <a:latin typeface="Calibri"/>
              </a:rPr>
              <a:t> Maven (</a:t>
            </a:r>
            <a:r>
              <a:rPr lang="en-US" sz="1800" err="1">
                <a:latin typeface="Calibri"/>
              </a:rPr>
              <a:t>mvn</a:t>
            </a:r>
            <a:r>
              <a:rPr lang="en-US" sz="1800">
                <a:latin typeface="Calibri"/>
              </a:rPr>
              <a:t> clean package).</a:t>
            </a:r>
          </a:p>
          <a:p>
            <a:pPr lvl="1" algn="l">
              <a:buFont typeface="Courier New"/>
              <a:buChar char="o"/>
            </a:pPr>
            <a:r>
              <a:rPr lang="en-US" sz="1800" b="1">
                <a:latin typeface="Calibri"/>
              </a:rPr>
              <a:t>Frontend:</a:t>
            </a:r>
            <a:r>
              <a:rPr lang="en-US" sz="1800">
                <a:latin typeface="Calibri"/>
              </a:rPr>
              <a:t> Build Node.js (</a:t>
            </a:r>
            <a:r>
              <a:rPr lang="en-US" sz="1800" err="1">
                <a:latin typeface="Calibri"/>
              </a:rPr>
              <a:t>npm</a:t>
            </a:r>
            <a:r>
              <a:rPr lang="en-US" sz="1800">
                <a:latin typeface="Calibri"/>
              </a:rPr>
              <a:t> run build).</a:t>
            </a:r>
          </a:p>
          <a:p>
            <a:pPr lvl="1" algn="l">
              <a:buFont typeface="Courier New"/>
              <a:buChar char="o"/>
            </a:pPr>
            <a:r>
              <a:rPr lang="en-US" sz="1800" b="1">
                <a:latin typeface="Calibri"/>
              </a:rPr>
              <a:t>Artifact: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Imagem</a:t>
            </a:r>
            <a:r>
              <a:rPr lang="en-US" sz="1800">
                <a:latin typeface="Calibri"/>
              </a:rPr>
              <a:t> Docker </a:t>
            </a:r>
            <a:r>
              <a:rPr lang="en-US" sz="1800" err="1">
                <a:latin typeface="Calibri"/>
              </a:rPr>
              <a:t>otimizada</a:t>
            </a:r>
            <a:r>
              <a:rPr lang="en-US" sz="1800">
                <a:latin typeface="Calibri"/>
              </a:rPr>
              <a:t> (Frontend </a:t>
            </a:r>
            <a:r>
              <a:rPr lang="en-US" sz="1800" err="1">
                <a:latin typeface="Calibri"/>
              </a:rPr>
              <a:t>estático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integrado</a:t>
            </a:r>
            <a:r>
              <a:rPr lang="en-US" sz="1800">
                <a:latin typeface="Calibri"/>
              </a:rPr>
              <a:t> no Backend)</a:t>
            </a:r>
            <a:r>
              <a:rPr lang="en-US"/>
              <a:t>.</a:t>
            </a:r>
          </a:p>
          <a:p>
            <a:pPr algn="l">
              <a:buFont typeface="Wingdings"/>
              <a:buChar char="q"/>
            </a:pPr>
            <a:endParaRPr lang="en-US" b="1"/>
          </a:p>
          <a:p>
            <a:pPr algn="l">
              <a:buFont typeface="Wingdings"/>
              <a:buChar char="q"/>
            </a:pPr>
            <a:endParaRPr lang="en-US"/>
          </a:p>
          <a:p>
            <a:pPr algn="l">
              <a:buFont typeface="Wingdings"/>
              <a:buChar char="q"/>
            </a:pPr>
            <a:endParaRPr lang="en-US"/>
          </a:p>
          <a:p>
            <a:pPr>
              <a:buFont typeface="Wingdings"/>
              <a:buChar char="q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29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>
          <a:extLst>
            <a:ext uri="{FF2B5EF4-FFF2-40B4-BE49-F238E27FC236}">
              <a16:creationId xmlns:a16="http://schemas.microsoft.com/office/drawing/2014/main" id="{65162819-BD72-E4DD-7E2C-025E3BA4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3">
            <a:extLst>
              <a:ext uri="{FF2B5EF4-FFF2-40B4-BE49-F238E27FC236}">
                <a16:creationId xmlns:a16="http://schemas.microsoft.com/office/drawing/2014/main" id="{93466606-5787-8A62-132E-6C8D55B299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198" y="247673"/>
            <a:ext cx="8205604" cy="6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3600" b="0" err="1">
                <a:solidFill>
                  <a:srgbClr val="FFFFFF"/>
                </a:solidFill>
              </a:rPr>
              <a:t>Estratégia</a:t>
            </a:r>
            <a:r>
              <a:rPr lang="en" sz="3600" b="0">
                <a:solidFill>
                  <a:srgbClr val="FFFFFF"/>
                </a:solidFill>
              </a:rPr>
              <a:t> de Testes (QA Strategy) </a:t>
            </a:r>
            <a:endParaRPr lang="pt-PT"/>
          </a:p>
        </p:txBody>
      </p:sp>
      <p:sp>
        <p:nvSpPr>
          <p:cNvPr id="999" name="Google Shape;999;p33">
            <a:extLst>
              <a:ext uri="{FF2B5EF4-FFF2-40B4-BE49-F238E27FC236}">
                <a16:creationId xmlns:a16="http://schemas.microsoft.com/office/drawing/2014/main" id="{339C6E52-4E9A-A137-FB46-217604B0B461}"/>
              </a:ext>
            </a:extLst>
          </p:cNvPr>
          <p:cNvSpPr/>
          <p:nvPr/>
        </p:nvSpPr>
        <p:spPr>
          <a:xfrm>
            <a:off x="2963200" y="4409455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E89F3B2-F684-B1B8-3D70-8A5BFF98F22A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646" y="1043950"/>
            <a:ext cx="7632232" cy="4033807"/>
          </a:xfrm>
        </p:spPr>
        <p:txBody>
          <a:bodyPr/>
          <a:lstStyle/>
          <a:p>
            <a:pPr marL="139700" indent="0" algn="l"/>
            <a:endParaRPr lang="en-US" sz="1800" b="1"/>
          </a:p>
          <a:p>
            <a:pPr algn="l">
              <a:buFont typeface="Arial"/>
              <a:buChar char="•"/>
            </a:pPr>
            <a:r>
              <a:rPr lang="en-US" b="1"/>
              <a:t>Testes </a:t>
            </a:r>
            <a:r>
              <a:rPr lang="en-US" b="1" err="1"/>
              <a:t>Unitários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Validação</a:t>
            </a:r>
            <a:r>
              <a:rPr lang="en-US"/>
              <a:t> </a:t>
            </a:r>
            <a:r>
              <a:rPr lang="en-US" err="1"/>
              <a:t>isolada</a:t>
            </a:r>
            <a:r>
              <a:rPr lang="en-US"/>
              <a:t> da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negócio</a:t>
            </a:r>
            <a:r>
              <a:rPr lang="en-US"/>
              <a:t> (</a:t>
            </a:r>
            <a:r>
              <a:rPr lang="en-US" i="1"/>
              <a:t>Backend</a:t>
            </a:r>
            <a:r>
              <a:rPr lang="en-US"/>
              <a:t>) </a:t>
            </a:r>
            <a:r>
              <a:rPr lang="en-US" err="1"/>
              <a:t>usando</a:t>
            </a:r>
            <a:r>
              <a:rPr lang="en-US"/>
              <a:t> </a:t>
            </a:r>
            <a:r>
              <a:rPr lang="en-US" b="1"/>
              <a:t>JUnit 5</a:t>
            </a:r>
            <a:r>
              <a:rPr lang="en-US"/>
              <a:t> e </a:t>
            </a:r>
            <a:r>
              <a:rPr lang="en-US" b="1"/>
              <a:t>Mockito</a:t>
            </a:r>
            <a:r>
              <a:rPr lang="en-US"/>
              <a:t>.</a:t>
            </a:r>
          </a:p>
          <a:p>
            <a:pPr algn="l">
              <a:buFont typeface="Arial"/>
              <a:buChar char="•"/>
            </a:pPr>
            <a:endParaRPr lang="en-US"/>
          </a:p>
          <a:p>
            <a:pPr algn="l">
              <a:buFont typeface="Arial"/>
              <a:buChar char="•"/>
            </a:pPr>
            <a:r>
              <a:rPr lang="en-US" b="1"/>
              <a:t>Testes de </a:t>
            </a:r>
            <a:r>
              <a:rPr lang="en-US" b="1" err="1"/>
              <a:t>Integração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Validação</a:t>
            </a:r>
            <a:r>
              <a:rPr lang="en-US"/>
              <a:t> de </a:t>
            </a:r>
            <a:r>
              <a:rPr lang="en-US" err="1"/>
              <a:t>fluxos</a:t>
            </a:r>
            <a:r>
              <a:rPr lang="en-US"/>
              <a:t> e APIs com </a:t>
            </a:r>
            <a:r>
              <a:rPr lang="en-US" err="1"/>
              <a:t>abordagem</a:t>
            </a:r>
            <a:r>
              <a:rPr lang="en-US"/>
              <a:t> BDD </a:t>
            </a:r>
            <a:r>
              <a:rPr lang="en-US" err="1"/>
              <a:t>usando</a:t>
            </a:r>
            <a:r>
              <a:rPr lang="en-US"/>
              <a:t> </a:t>
            </a:r>
            <a:r>
              <a:rPr lang="en-US" b="1"/>
              <a:t>Cucumber</a:t>
            </a:r>
            <a:r>
              <a:rPr lang="en-US"/>
              <a:t>.</a:t>
            </a:r>
          </a:p>
          <a:p>
            <a:pPr algn="l">
              <a:buFont typeface="Arial"/>
              <a:buChar char="•"/>
            </a:pPr>
            <a:endParaRPr lang="en-US"/>
          </a:p>
          <a:p>
            <a:pPr algn="l">
              <a:buFont typeface="Arial"/>
              <a:buChar char="•"/>
            </a:pPr>
            <a:r>
              <a:rPr lang="en-US" b="1"/>
              <a:t>Testes End-to-End (E2E):</a:t>
            </a:r>
            <a:r>
              <a:rPr lang="en-US"/>
              <a:t> </a:t>
            </a:r>
            <a:r>
              <a:rPr lang="en-US" err="1"/>
              <a:t>Simulação</a:t>
            </a:r>
            <a:r>
              <a:rPr lang="en-US"/>
              <a:t> de </a:t>
            </a:r>
            <a:r>
              <a:rPr lang="en-US" err="1"/>
              <a:t>cenários</a:t>
            </a:r>
            <a:r>
              <a:rPr lang="en-US"/>
              <a:t> reais do </a:t>
            </a:r>
            <a:r>
              <a:rPr lang="en-US" err="1"/>
              <a:t>utilizador</a:t>
            </a:r>
            <a:r>
              <a:rPr lang="en-US"/>
              <a:t> no browser com </a:t>
            </a:r>
            <a:r>
              <a:rPr lang="en-US" b="1"/>
              <a:t>Playwright</a:t>
            </a:r>
            <a:r>
              <a:rPr lang="en-US"/>
              <a:t>.</a:t>
            </a:r>
          </a:p>
          <a:p>
            <a:pPr algn="l">
              <a:buFont typeface="Arial"/>
              <a:buChar char="•"/>
            </a:pPr>
            <a:endParaRPr lang="en-US"/>
          </a:p>
          <a:p>
            <a:pPr algn="l">
              <a:buFont typeface="Arial"/>
              <a:buChar char="•"/>
            </a:pPr>
            <a:r>
              <a:rPr lang="en-US" b="1"/>
              <a:t>Performance (Carga):</a:t>
            </a:r>
            <a:r>
              <a:rPr lang="en-US"/>
              <a:t> Testes de carga e stress no backend com </a:t>
            </a:r>
            <a:r>
              <a:rPr lang="en-US" b="1"/>
              <a:t>k6</a:t>
            </a:r>
            <a:r>
              <a:rPr lang="en-US"/>
              <a:t>.</a:t>
            </a:r>
          </a:p>
          <a:p>
            <a:pPr algn="l">
              <a:buFont typeface="Arial"/>
              <a:buChar char="•"/>
            </a:pPr>
            <a:endParaRPr lang="en-US"/>
          </a:p>
          <a:p>
            <a:pPr algn="l">
              <a:buFont typeface="Arial"/>
              <a:buChar char="•"/>
            </a:pPr>
            <a:r>
              <a:rPr lang="en-US" b="1"/>
              <a:t>Auditoria Web:</a:t>
            </a:r>
            <a:r>
              <a:rPr lang="en-US"/>
              <a:t> </a:t>
            </a:r>
            <a:r>
              <a:rPr lang="en-US" err="1"/>
              <a:t>Análise</a:t>
            </a:r>
            <a:r>
              <a:rPr lang="en-US"/>
              <a:t> de performance, </a:t>
            </a:r>
            <a:r>
              <a:rPr lang="en-US" err="1"/>
              <a:t>acessibilidade</a:t>
            </a:r>
            <a:r>
              <a:rPr lang="en-US"/>
              <a:t> e SEO do frontend com </a:t>
            </a:r>
            <a:r>
              <a:rPr lang="en-US" b="1"/>
              <a:t>Google Lighthouse</a:t>
            </a:r>
            <a:r>
              <a:rPr lang="en-US"/>
              <a:t>.</a:t>
            </a:r>
          </a:p>
          <a:p>
            <a:pPr algn="l">
              <a:buFont typeface="Wingdings"/>
              <a:buChar char="q"/>
            </a:pPr>
            <a:endParaRPr lang="en-US" b="1"/>
          </a:p>
          <a:p>
            <a:pPr algn="l">
              <a:buFont typeface="Wingdings"/>
              <a:buChar char="q"/>
            </a:pPr>
            <a:endParaRPr lang="en-US"/>
          </a:p>
          <a:p>
            <a:pPr algn="l">
              <a:buFont typeface="Wingdings"/>
              <a:buChar char="q"/>
            </a:pPr>
            <a:endParaRPr lang="en-US"/>
          </a:p>
          <a:p>
            <a:pPr>
              <a:buFont typeface="Wingdings"/>
              <a:buChar char="q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0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>
          <a:extLst>
            <a:ext uri="{FF2B5EF4-FFF2-40B4-BE49-F238E27FC236}">
              <a16:creationId xmlns:a16="http://schemas.microsoft.com/office/drawing/2014/main" id="{2DE157F7-7F6F-D277-B821-7D889351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3">
            <a:extLst>
              <a:ext uri="{FF2B5EF4-FFF2-40B4-BE49-F238E27FC236}">
                <a16:creationId xmlns:a16="http://schemas.microsoft.com/office/drawing/2014/main" id="{5394553E-76B2-5E0E-760B-F504896ED2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29903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3600" b="0"/>
              <a:t>Stack de </a:t>
            </a:r>
            <a:r>
              <a:rPr lang="en" sz="3600" b="0" err="1"/>
              <a:t>Observabilidade</a:t>
            </a:r>
            <a:endParaRPr lang="pt-PT" err="1"/>
          </a:p>
        </p:txBody>
      </p:sp>
      <p:sp>
        <p:nvSpPr>
          <p:cNvPr id="999" name="Google Shape;999;p33">
            <a:extLst>
              <a:ext uri="{FF2B5EF4-FFF2-40B4-BE49-F238E27FC236}">
                <a16:creationId xmlns:a16="http://schemas.microsoft.com/office/drawing/2014/main" id="{7D5B46DE-DE93-6026-3553-C72E3EDAA29B}"/>
              </a:ext>
            </a:extLst>
          </p:cNvPr>
          <p:cNvSpPr/>
          <p:nvPr/>
        </p:nvSpPr>
        <p:spPr>
          <a:xfrm>
            <a:off x="2963200" y="4409455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3B7397F-784E-D42F-CCBE-A76B26AF26E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56064" y="1179631"/>
            <a:ext cx="5058427" cy="3671994"/>
          </a:xfrm>
        </p:spPr>
        <p:txBody>
          <a:bodyPr/>
          <a:lstStyle/>
          <a:p>
            <a:pPr marL="139700" indent="0" algn="l"/>
            <a:endParaRPr lang="en-US" sz="1800" b="1"/>
          </a:p>
          <a:p>
            <a:pPr algn="l">
              <a:buFont typeface="Arial,Sans-Serif"/>
              <a:buChar char="•"/>
            </a:pPr>
            <a:r>
              <a:rPr lang="en-US" sz="1800" b="1"/>
              <a:t>Micrometer:</a:t>
            </a:r>
            <a:r>
              <a:rPr lang="en-US" sz="1800"/>
              <a:t> </a:t>
            </a:r>
            <a:r>
              <a:rPr lang="en-US" sz="1800" err="1"/>
              <a:t>Instrumentação</a:t>
            </a:r>
            <a:r>
              <a:rPr lang="en-US" sz="1800"/>
              <a:t> da </a:t>
            </a:r>
            <a:r>
              <a:rPr lang="en-US" sz="1800" err="1"/>
              <a:t>aplicação</a:t>
            </a:r>
            <a:r>
              <a:rPr lang="en-US" sz="1800"/>
              <a:t> Spring Boot para </a:t>
            </a:r>
            <a:r>
              <a:rPr lang="en-US" sz="1800" err="1"/>
              <a:t>recolha</a:t>
            </a:r>
            <a:r>
              <a:rPr lang="en-US" sz="1800"/>
              <a:t> de </a:t>
            </a:r>
            <a:r>
              <a:rPr lang="en-US" sz="1800" err="1"/>
              <a:t>métricas</a:t>
            </a:r>
            <a:r>
              <a:rPr lang="en-US" sz="1800"/>
              <a:t>.</a:t>
            </a:r>
          </a:p>
          <a:p>
            <a:pPr algn="l">
              <a:buFont typeface="Arial,Sans-Serif"/>
              <a:buChar char="•"/>
            </a:pPr>
            <a:endParaRPr lang="en-US" sz="1800"/>
          </a:p>
          <a:p>
            <a:pPr algn="l">
              <a:buFont typeface="Arial,Sans-Serif"/>
              <a:buChar char="•"/>
            </a:pPr>
            <a:r>
              <a:rPr lang="en-US" sz="1800" b="1"/>
              <a:t>Prometheus:</a:t>
            </a:r>
            <a:r>
              <a:rPr lang="en-US" sz="1800"/>
              <a:t> Base de dados temporal </a:t>
            </a:r>
            <a:r>
              <a:rPr lang="en-US" sz="1800" err="1"/>
              <a:t>que</a:t>
            </a:r>
            <a:r>
              <a:rPr lang="en-US" sz="1800"/>
              <a:t> </a:t>
            </a:r>
            <a:r>
              <a:rPr lang="en-US" sz="1800" err="1"/>
              <a:t>armazena</a:t>
            </a:r>
            <a:r>
              <a:rPr lang="en-US" sz="1800"/>
              <a:t> o histórico das </a:t>
            </a:r>
            <a:r>
              <a:rPr lang="en-US" sz="1800" err="1"/>
              <a:t>métricas</a:t>
            </a:r>
            <a:r>
              <a:rPr lang="en-US" sz="1800"/>
              <a:t> </a:t>
            </a:r>
            <a:r>
              <a:rPr lang="en-US" sz="1800" err="1"/>
              <a:t>recolhidas</a:t>
            </a:r>
            <a:r>
              <a:rPr lang="en-US" sz="1800"/>
              <a:t>.</a:t>
            </a:r>
          </a:p>
          <a:p>
            <a:pPr algn="l">
              <a:buFont typeface="Arial,Sans-Serif"/>
              <a:buChar char="•"/>
            </a:pPr>
            <a:endParaRPr lang="en-US" sz="1800"/>
          </a:p>
          <a:p>
            <a:pPr algn="l">
              <a:buFont typeface="Arial,Sans-Serif"/>
              <a:buChar char="•"/>
            </a:pPr>
            <a:r>
              <a:rPr lang="en-US" sz="1800" b="1"/>
              <a:t>Grafana:</a:t>
            </a:r>
            <a:r>
              <a:rPr lang="en-US" sz="1800"/>
              <a:t> </a:t>
            </a:r>
            <a:r>
              <a:rPr lang="en-US" sz="1800" err="1"/>
              <a:t>Visualização</a:t>
            </a:r>
            <a:r>
              <a:rPr lang="en-US" sz="1800"/>
              <a:t> de dados </a:t>
            </a:r>
            <a:r>
              <a:rPr lang="en-US" sz="1800" err="1"/>
              <a:t>em</a:t>
            </a:r>
            <a:r>
              <a:rPr lang="en-US" sz="1800"/>
              <a:t> tempo real </a:t>
            </a:r>
            <a:r>
              <a:rPr lang="en-US" sz="1800" err="1"/>
              <a:t>através</a:t>
            </a:r>
            <a:r>
              <a:rPr lang="en-US" sz="1800"/>
              <a:t> de </a:t>
            </a:r>
            <a:r>
              <a:rPr lang="en-US" sz="1800" i="1"/>
              <a:t>dashboards</a:t>
            </a:r>
            <a:r>
              <a:rPr lang="en-US" sz="1800"/>
              <a:t> </a:t>
            </a:r>
            <a:r>
              <a:rPr lang="en-US" sz="1800" err="1"/>
              <a:t>operacionais</a:t>
            </a:r>
            <a:r>
              <a:rPr lang="en-US" sz="1800"/>
              <a:t> (</a:t>
            </a:r>
            <a:r>
              <a:rPr lang="en-US" sz="1800" err="1"/>
              <a:t>Latência</a:t>
            </a:r>
            <a:r>
              <a:rPr lang="en-US" sz="1800"/>
              <a:t>, </a:t>
            </a:r>
            <a:r>
              <a:rPr lang="en-US" sz="1800" err="1"/>
              <a:t>Tráfego</a:t>
            </a:r>
            <a:r>
              <a:rPr lang="en-US" sz="1800"/>
              <a:t>, </a:t>
            </a:r>
            <a:r>
              <a:rPr lang="en-US" sz="1800" err="1"/>
              <a:t>Erros</a:t>
            </a:r>
            <a:r>
              <a:rPr lang="en-US" sz="1800"/>
              <a:t>).</a:t>
            </a:r>
          </a:p>
          <a:p>
            <a:pPr algn="l">
              <a:buFont typeface="Arial,Sans-Serif"/>
              <a:buChar char="•"/>
            </a:pPr>
            <a:endParaRPr lang="en-US" sz="1800">
              <a:latin typeface="Calibri"/>
              <a:ea typeface="Calibri"/>
              <a:cs typeface="Calibri"/>
            </a:endParaRPr>
          </a:p>
          <a:p>
            <a:pPr algn="l">
              <a:buFont typeface="Arial"/>
              <a:buChar char="•"/>
            </a:pPr>
            <a:endParaRPr lang="en-US" sz="1800" b="1"/>
          </a:p>
          <a:p>
            <a:endParaRPr lang="en-US"/>
          </a:p>
        </p:txBody>
      </p:sp>
      <p:pic>
        <p:nvPicPr>
          <p:cNvPr id="2" name="Imagem 1" descr="Uma imagem com texto, captura de ecrã, Software de multimédia, software&#10;&#10;Os conteúdos gerados por IA poderão estar incorretos.">
            <a:extLst>
              <a:ext uri="{FF2B5EF4-FFF2-40B4-BE49-F238E27FC236}">
                <a16:creationId xmlns:a16="http://schemas.microsoft.com/office/drawing/2014/main" id="{A88BA047-4BFC-7421-5A6E-ABAA2C771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187" y="2035979"/>
            <a:ext cx="3683914" cy="195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02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46"/>
          <p:cNvSpPr txBox="1">
            <a:spLocks noGrp="1"/>
          </p:cNvSpPr>
          <p:nvPr>
            <p:ph type="ctrTitle"/>
          </p:nvPr>
        </p:nvSpPr>
        <p:spPr>
          <a:xfrm>
            <a:off x="870547" y="1034948"/>
            <a:ext cx="3923100" cy="9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212" name="Google Shape;1212;p46"/>
          <p:cNvSpPr txBox="1">
            <a:spLocks noGrp="1"/>
          </p:cNvSpPr>
          <p:nvPr>
            <p:ph type="subTitle" idx="1"/>
          </p:nvPr>
        </p:nvSpPr>
        <p:spPr>
          <a:xfrm>
            <a:off x="870550" y="1959098"/>
            <a:ext cx="3923100" cy="16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accent1"/>
                </a:solidFill>
              </a:rPr>
              <a:t>DO YOU HAVE ANY QUESTIONS?</a:t>
            </a:r>
            <a:endParaRPr sz="2400" b="1">
              <a:solidFill>
                <a:schemeClr val="accent1"/>
              </a:solidFill>
            </a:endParaRPr>
          </a:p>
        </p:txBody>
      </p:sp>
      <p:grpSp>
        <p:nvGrpSpPr>
          <p:cNvPr id="1214" name="Google Shape;1214;p46"/>
          <p:cNvGrpSpPr/>
          <p:nvPr/>
        </p:nvGrpSpPr>
        <p:grpSpPr>
          <a:xfrm>
            <a:off x="4838600" y="2203662"/>
            <a:ext cx="5235955" cy="2395697"/>
            <a:chOff x="7540920" y="3033948"/>
            <a:chExt cx="1548732" cy="708618"/>
          </a:xfrm>
        </p:grpSpPr>
        <p:sp>
          <p:nvSpPr>
            <p:cNvPr id="1215" name="Google Shape;1215;p46"/>
            <p:cNvSpPr/>
            <p:nvPr/>
          </p:nvSpPr>
          <p:spPr>
            <a:xfrm>
              <a:off x="7654907" y="3633028"/>
              <a:ext cx="1434746" cy="105481"/>
            </a:xfrm>
            <a:custGeom>
              <a:avLst/>
              <a:gdLst/>
              <a:ahLst/>
              <a:cxnLst/>
              <a:rect l="l" t="t" r="r" b="b"/>
              <a:pathLst>
                <a:path w="40316" h="2964" extrusionOk="0">
                  <a:moveTo>
                    <a:pt x="34444" y="1"/>
                  </a:moveTo>
                  <a:cubicBezTo>
                    <a:pt x="27734" y="1"/>
                    <a:pt x="17670" y="218"/>
                    <a:pt x="17670" y="218"/>
                  </a:cubicBezTo>
                  <a:lnTo>
                    <a:pt x="0" y="1860"/>
                  </a:lnTo>
                  <a:cubicBezTo>
                    <a:pt x="0" y="1860"/>
                    <a:pt x="14682" y="2963"/>
                    <a:pt x="19235" y="2963"/>
                  </a:cubicBezTo>
                  <a:cubicBezTo>
                    <a:pt x="19668" y="2963"/>
                    <a:pt x="20009" y="2953"/>
                    <a:pt x="20237" y="2932"/>
                  </a:cubicBezTo>
                  <a:cubicBezTo>
                    <a:pt x="22884" y="2680"/>
                    <a:pt x="40315" y="721"/>
                    <a:pt x="40315" y="218"/>
                  </a:cubicBezTo>
                  <a:cubicBezTo>
                    <a:pt x="40315" y="55"/>
                    <a:pt x="37799" y="1"/>
                    <a:pt x="344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6"/>
            <p:cNvSpPr/>
            <p:nvPr/>
          </p:nvSpPr>
          <p:spPr>
            <a:xfrm>
              <a:off x="8217296" y="3376549"/>
              <a:ext cx="228934" cy="366017"/>
            </a:xfrm>
            <a:custGeom>
              <a:avLst/>
              <a:gdLst/>
              <a:ahLst/>
              <a:cxnLst/>
              <a:rect l="l" t="t" r="r" b="b"/>
              <a:pathLst>
                <a:path w="6433" h="10285" extrusionOk="0">
                  <a:moveTo>
                    <a:pt x="4222" y="1"/>
                  </a:moveTo>
                  <a:cubicBezTo>
                    <a:pt x="3721" y="1"/>
                    <a:pt x="3107" y="86"/>
                    <a:pt x="2899" y="120"/>
                  </a:cubicBezTo>
                  <a:cubicBezTo>
                    <a:pt x="1112" y="344"/>
                    <a:pt x="67" y="2449"/>
                    <a:pt x="27" y="5228"/>
                  </a:cubicBezTo>
                  <a:cubicBezTo>
                    <a:pt x="0" y="8008"/>
                    <a:pt x="1337" y="10165"/>
                    <a:pt x="2767" y="10192"/>
                  </a:cubicBezTo>
                  <a:cubicBezTo>
                    <a:pt x="3013" y="10198"/>
                    <a:pt x="3491" y="10284"/>
                    <a:pt x="4012" y="10284"/>
                  </a:cubicBezTo>
                  <a:cubicBezTo>
                    <a:pt x="4611" y="10284"/>
                    <a:pt x="5267" y="10170"/>
                    <a:pt x="5692" y="9689"/>
                  </a:cubicBezTo>
                  <a:cubicBezTo>
                    <a:pt x="6433" y="8855"/>
                    <a:pt x="5414" y="6936"/>
                    <a:pt x="5427" y="5189"/>
                  </a:cubicBezTo>
                  <a:cubicBezTo>
                    <a:pt x="5453" y="3044"/>
                    <a:pt x="5850" y="847"/>
                    <a:pt x="4884" y="120"/>
                  </a:cubicBezTo>
                  <a:cubicBezTo>
                    <a:pt x="4776" y="31"/>
                    <a:pt x="4519" y="1"/>
                    <a:pt x="4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6"/>
            <p:cNvSpPr/>
            <p:nvPr/>
          </p:nvSpPr>
          <p:spPr>
            <a:xfrm>
              <a:off x="8270037" y="3378399"/>
              <a:ext cx="219077" cy="359007"/>
            </a:xfrm>
            <a:custGeom>
              <a:avLst/>
              <a:gdLst/>
              <a:ahLst/>
              <a:cxnLst/>
              <a:rect l="l" t="t" r="r" b="b"/>
              <a:pathLst>
                <a:path w="6156" h="10088" extrusionOk="0">
                  <a:moveTo>
                    <a:pt x="3146" y="0"/>
                  </a:moveTo>
                  <a:cubicBezTo>
                    <a:pt x="1517" y="0"/>
                    <a:pt x="132" y="2217"/>
                    <a:pt x="67" y="4965"/>
                  </a:cubicBezTo>
                  <a:cubicBezTo>
                    <a:pt x="1" y="7757"/>
                    <a:pt x="1298" y="10034"/>
                    <a:pt x="2965" y="10087"/>
                  </a:cubicBezTo>
                  <a:cubicBezTo>
                    <a:pt x="2985" y="10087"/>
                    <a:pt x="3004" y="10088"/>
                    <a:pt x="3023" y="10088"/>
                  </a:cubicBezTo>
                  <a:cubicBezTo>
                    <a:pt x="4652" y="10088"/>
                    <a:pt x="6024" y="7871"/>
                    <a:pt x="6089" y="5123"/>
                  </a:cubicBezTo>
                  <a:cubicBezTo>
                    <a:pt x="6155" y="2344"/>
                    <a:pt x="4871" y="41"/>
                    <a:pt x="3204" y="1"/>
                  </a:cubicBezTo>
                  <a:cubicBezTo>
                    <a:pt x="3185" y="1"/>
                    <a:pt x="3165" y="0"/>
                    <a:pt x="3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6"/>
            <p:cNvSpPr/>
            <p:nvPr/>
          </p:nvSpPr>
          <p:spPr>
            <a:xfrm>
              <a:off x="8280891" y="3400108"/>
              <a:ext cx="190785" cy="315127"/>
            </a:xfrm>
            <a:custGeom>
              <a:avLst/>
              <a:gdLst/>
              <a:ahLst/>
              <a:cxnLst/>
              <a:rect l="l" t="t" r="r" b="b"/>
              <a:pathLst>
                <a:path w="5361" h="8855" extrusionOk="0">
                  <a:moveTo>
                    <a:pt x="2725" y="146"/>
                  </a:moveTo>
                  <a:cubicBezTo>
                    <a:pt x="2730" y="146"/>
                    <a:pt x="2735" y="146"/>
                    <a:pt x="2740" y="146"/>
                  </a:cubicBezTo>
                  <a:cubicBezTo>
                    <a:pt x="4156" y="159"/>
                    <a:pt x="5255" y="2105"/>
                    <a:pt x="5241" y="4460"/>
                  </a:cubicBezTo>
                  <a:cubicBezTo>
                    <a:pt x="5202" y="6805"/>
                    <a:pt x="4061" y="8696"/>
                    <a:pt x="2677" y="8696"/>
                  </a:cubicBezTo>
                  <a:cubicBezTo>
                    <a:pt x="2663" y="8696"/>
                    <a:pt x="2648" y="8696"/>
                    <a:pt x="2634" y="8696"/>
                  </a:cubicBezTo>
                  <a:cubicBezTo>
                    <a:pt x="1218" y="8669"/>
                    <a:pt x="93" y="6737"/>
                    <a:pt x="133" y="4381"/>
                  </a:cubicBezTo>
                  <a:cubicBezTo>
                    <a:pt x="159" y="2020"/>
                    <a:pt x="1329" y="146"/>
                    <a:pt x="2725" y="146"/>
                  </a:cubicBezTo>
                  <a:close/>
                  <a:moveTo>
                    <a:pt x="2725" y="0"/>
                  </a:moveTo>
                  <a:cubicBezTo>
                    <a:pt x="1276" y="0"/>
                    <a:pt x="66" y="1941"/>
                    <a:pt x="27" y="4381"/>
                  </a:cubicBezTo>
                  <a:cubicBezTo>
                    <a:pt x="0" y="6816"/>
                    <a:pt x="1152" y="8828"/>
                    <a:pt x="2608" y="8855"/>
                  </a:cubicBezTo>
                  <a:cubicBezTo>
                    <a:pt x="2612" y="8855"/>
                    <a:pt x="2617" y="8855"/>
                    <a:pt x="2622" y="8855"/>
                  </a:cubicBezTo>
                  <a:cubicBezTo>
                    <a:pt x="4098" y="8855"/>
                    <a:pt x="5294" y="6888"/>
                    <a:pt x="5321" y="4460"/>
                  </a:cubicBezTo>
                  <a:cubicBezTo>
                    <a:pt x="5360" y="2038"/>
                    <a:pt x="4196" y="13"/>
                    <a:pt x="2740" y="0"/>
                  </a:cubicBezTo>
                  <a:cubicBezTo>
                    <a:pt x="2735" y="0"/>
                    <a:pt x="2730" y="0"/>
                    <a:pt x="2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6"/>
            <p:cNvSpPr/>
            <p:nvPr/>
          </p:nvSpPr>
          <p:spPr>
            <a:xfrm>
              <a:off x="8308685" y="3441069"/>
              <a:ext cx="141781" cy="234130"/>
            </a:xfrm>
            <a:custGeom>
              <a:avLst/>
              <a:gdLst/>
              <a:ahLst/>
              <a:cxnLst/>
              <a:rect l="l" t="t" r="r" b="b"/>
              <a:pathLst>
                <a:path w="3984" h="6579" extrusionOk="0">
                  <a:moveTo>
                    <a:pt x="2009" y="0"/>
                  </a:moveTo>
                  <a:cubicBezTo>
                    <a:pt x="924" y="0"/>
                    <a:pt x="40" y="1459"/>
                    <a:pt x="27" y="3256"/>
                  </a:cubicBezTo>
                  <a:cubicBezTo>
                    <a:pt x="0" y="5083"/>
                    <a:pt x="860" y="6565"/>
                    <a:pt x="1946" y="6579"/>
                  </a:cubicBezTo>
                  <a:cubicBezTo>
                    <a:pt x="1951" y="6579"/>
                    <a:pt x="1955" y="6579"/>
                    <a:pt x="1960" y="6579"/>
                  </a:cubicBezTo>
                  <a:cubicBezTo>
                    <a:pt x="3039" y="6579"/>
                    <a:pt x="3931" y="5128"/>
                    <a:pt x="3957" y="3309"/>
                  </a:cubicBezTo>
                  <a:cubicBezTo>
                    <a:pt x="3984" y="1496"/>
                    <a:pt x="3124" y="14"/>
                    <a:pt x="2038" y="1"/>
                  </a:cubicBezTo>
                  <a:cubicBezTo>
                    <a:pt x="2029" y="0"/>
                    <a:pt x="2019" y="0"/>
                    <a:pt x="20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6"/>
            <p:cNvSpPr/>
            <p:nvPr/>
          </p:nvSpPr>
          <p:spPr>
            <a:xfrm>
              <a:off x="8355767" y="3453097"/>
              <a:ext cx="40072" cy="87866"/>
            </a:xfrm>
            <a:custGeom>
              <a:avLst/>
              <a:gdLst/>
              <a:ahLst/>
              <a:cxnLst/>
              <a:rect l="l" t="t" r="r" b="b"/>
              <a:pathLst>
                <a:path w="1126" h="2469" extrusionOk="0">
                  <a:moveTo>
                    <a:pt x="771" y="0"/>
                  </a:moveTo>
                  <a:cubicBezTo>
                    <a:pt x="539" y="0"/>
                    <a:pt x="398" y="205"/>
                    <a:pt x="398" y="205"/>
                  </a:cubicBezTo>
                  <a:cubicBezTo>
                    <a:pt x="1" y="1185"/>
                    <a:pt x="729" y="2468"/>
                    <a:pt x="729" y="2468"/>
                  </a:cubicBezTo>
                  <a:cubicBezTo>
                    <a:pt x="570" y="920"/>
                    <a:pt x="1126" y="152"/>
                    <a:pt x="1126" y="152"/>
                  </a:cubicBezTo>
                  <a:cubicBezTo>
                    <a:pt x="993" y="40"/>
                    <a:pt x="873" y="0"/>
                    <a:pt x="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6"/>
            <p:cNvSpPr/>
            <p:nvPr/>
          </p:nvSpPr>
          <p:spPr>
            <a:xfrm>
              <a:off x="8362849" y="3571533"/>
              <a:ext cx="40534" cy="87866"/>
            </a:xfrm>
            <a:custGeom>
              <a:avLst/>
              <a:gdLst/>
              <a:ahLst/>
              <a:cxnLst/>
              <a:rect l="l" t="t" r="r" b="b"/>
              <a:pathLst>
                <a:path w="1139" h="2469" extrusionOk="0">
                  <a:moveTo>
                    <a:pt x="410" y="1"/>
                  </a:moveTo>
                  <a:cubicBezTo>
                    <a:pt x="543" y="1536"/>
                    <a:pt x="13" y="2317"/>
                    <a:pt x="0" y="2317"/>
                  </a:cubicBezTo>
                  <a:cubicBezTo>
                    <a:pt x="129" y="2430"/>
                    <a:pt x="247" y="2469"/>
                    <a:pt x="349" y="2469"/>
                  </a:cubicBezTo>
                  <a:cubicBezTo>
                    <a:pt x="581" y="2469"/>
                    <a:pt x="728" y="2264"/>
                    <a:pt x="728" y="2264"/>
                  </a:cubicBezTo>
                  <a:cubicBezTo>
                    <a:pt x="1138" y="1285"/>
                    <a:pt x="411" y="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6"/>
            <p:cNvSpPr/>
            <p:nvPr/>
          </p:nvSpPr>
          <p:spPr>
            <a:xfrm>
              <a:off x="8329860" y="3565412"/>
              <a:ext cx="44769" cy="74947"/>
            </a:xfrm>
            <a:custGeom>
              <a:avLst/>
              <a:gdLst/>
              <a:ahLst/>
              <a:cxnLst/>
              <a:rect l="l" t="t" r="r" b="b"/>
              <a:pathLst>
                <a:path w="1258" h="2106" extrusionOk="0">
                  <a:moveTo>
                    <a:pt x="1192" y="1"/>
                  </a:moveTo>
                  <a:cubicBezTo>
                    <a:pt x="689" y="1364"/>
                    <a:pt x="1" y="1377"/>
                    <a:pt x="1" y="1377"/>
                  </a:cubicBezTo>
                  <a:cubicBezTo>
                    <a:pt x="154" y="2093"/>
                    <a:pt x="529" y="2105"/>
                    <a:pt x="555" y="2105"/>
                  </a:cubicBezTo>
                  <a:cubicBezTo>
                    <a:pt x="556" y="2105"/>
                    <a:pt x="557" y="2105"/>
                    <a:pt x="557" y="2105"/>
                  </a:cubicBezTo>
                  <a:cubicBezTo>
                    <a:pt x="1258" y="1774"/>
                    <a:pt x="1192" y="1"/>
                    <a:pt x="11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6"/>
            <p:cNvSpPr/>
            <p:nvPr/>
          </p:nvSpPr>
          <p:spPr>
            <a:xfrm>
              <a:off x="8384486" y="3471674"/>
              <a:ext cx="44805" cy="74485"/>
            </a:xfrm>
            <a:custGeom>
              <a:avLst/>
              <a:gdLst/>
              <a:ahLst/>
              <a:cxnLst/>
              <a:rect l="l" t="t" r="r" b="b"/>
              <a:pathLst>
                <a:path w="1259" h="2093" extrusionOk="0">
                  <a:moveTo>
                    <a:pt x="676" y="1"/>
                  </a:moveTo>
                  <a:cubicBezTo>
                    <a:pt x="1" y="305"/>
                    <a:pt x="54" y="2092"/>
                    <a:pt x="54" y="2092"/>
                  </a:cubicBezTo>
                  <a:cubicBezTo>
                    <a:pt x="544" y="755"/>
                    <a:pt x="1258" y="755"/>
                    <a:pt x="1245" y="729"/>
                  </a:cubicBezTo>
                  <a:cubicBezTo>
                    <a:pt x="1073" y="1"/>
                    <a:pt x="676" y="1"/>
                    <a:pt x="6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8314806" y="3556479"/>
              <a:ext cx="55125" cy="43310"/>
            </a:xfrm>
            <a:custGeom>
              <a:avLst/>
              <a:gdLst/>
              <a:ahLst/>
              <a:cxnLst/>
              <a:rect l="l" t="t" r="r" b="b"/>
              <a:pathLst>
                <a:path w="1549" h="1217" extrusionOk="0">
                  <a:moveTo>
                    <a:pt x="106" y="0"/>
                  </a:moveTo>
                  <a:cubicBezTo>
                    <a:pt x="0" y="781"/>
                    <a:pt x="318" y="1152"/>
                    <a:pt x="318" y="1152"/>
                  </a:cubicBezTo>
                  <a:cubicBezTo>
                    <a:pt x="393" y="1197"/>
                    <a:pt x="467" y="1217"/>
                    <a:pt x="539" y="1217"/>
                  </a:cubicBezTo>
                  <a:cubicBezTo>
                    <a:pt x="1101" y="1217"/>
                    <a:pt x="1549" y="0"/>
                    <a:pt x="1549" y="0"/>
                  </a:cubicBezTo>
                  <a:lnTo>
                    <a:pt x="1549" y="0"/>
                  </a:lnTo>
                  <a:cubicBezTo>
                    <a:pt x="1266" y="216"/>
                    <a:pt x="1013" y="288"/>
                    <a:pt x="801" y="288"/>
                  </a:cubicBezTo>
                  <a:cubicBezTo>
                    <a:pt x="377" y="288"/>
                    <a:pt x="115" y="0"/>
                    <a:pt x="1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8388757" y="3512991"/>
              <a:ext cx="54662" cy="43524"/>
            </a:xfrm>
            <a:custGeom>
              <a:avLst/>
              <a:gdLst/>
              <a:ahLst/>
              <a:cxnLst/>
              <a:rect l="l" t="t" r="r" b="b"/>
              <a:pathLst>
                <a:path w="1536" h="1223" extrusionOk="0">
                  <a:moveTo>
                    <a:pt x="987" y="1"/>
                  </a:moveTo>
                  <a:cubicBezTo>
                    <a:pt x="432" y="1"/>
                    <a:pt x="0" y="1183"/>
                    <a:pt x="0" y="1183"/>
                  </a:cubicBezTo>
                  <a:cubicBezTo>
                    <a:pt x="278" y="973"/>
                    <a:pt x="526" y="901"/>
                    <a:pt x="734" y="901"/>
                  </a:cubicBezTo>
                  <a:cubicBezTo>
                    <a:pt x="1157" y="901"/>
                    <a:pt x="1412" y="1198"/>
                    <a:pt x="1416" y="1221"/>
                  </a:cubicBezTo>
                  <a:lnTo>
                    <a:pt x="1416" y="1221"/>
                  </a:lnTo>
                  <a:cubicBezTo>
                    <a:pt x="1535" y="428"/>
                    <a:pt x="1218" y="71"/>
                    <a:pt x="1218" y="71"/>
                  </a:cubicBezTo>
                  <a:cubicBezTo>
                    <a:pt x="1139" y="22"/>
                    <a:pt x="1062" y="1"/>
                    <a:pt x="987" y="1"/>
                  </a:cubicBezTo>
                  <a:close/>
                  <a:moveTo>
                    <a:pt x="1416" y="1221"/>
                  </a:moveTo>
                  <a:cubicBezTo>
                    <a:pt x="1416" y="1221"/>
                    <a:pt x="1416" y="1222"/>
                    <a:pt x="1416" y="1222"/>
                  </a:cubicBezTo>
                  <a:cubicBezTo>
                    <a:pt x="1416" y="1222"/>
                    <a:pt x="1417" y="1222"/>
                    <a:pt x="1416" y="122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8317155" y="3498543"/>
              <a:ext cx="54200" cy="58862"/>
            </a:xfrm>
            <a:custGeom>
              <a:avLst/>
              <a:gdLst/>
              <a:ahLst/>
              <a:cxnLst/>
              <a:rect l="l" t="t" r="r" b="b"/>
              <a:pathLst>
                <a:path w="1523" h="1654" extrusionOk="0">
                  <a:moveTo>
                    <a:pt x="344" y="0"/>
                  </a:moveTo>
                  <a:cubicBezTo>
                    <a:pt x="0" y="543"/>
                    <a:pt x="133" y="1152"/>
                    <a:pt x="133" y="1152"/>
                  </a:cubicBezTo>
                  <a:cubicBezTo>
                    <a:pt x="296" y="1537"/>
                    <a:pt x="551" y="1653"/>
                    <a:pt x="797" y="1653"/>
                  </a:cubicBezTo>
                  <a:cubicBezTo>
                    <a:pt x="1168" y="1653"/>
                    <a:pt x="1522" y="1390"/>
                    <a:pt x="1522" y="1390"/>
                  </a:cubicBezTo>
                  <a:cubicBezTo>
                    <a:pt x="622" y="1099"/>
                    <a:pt x="371" y="0"/>
                    <a:pt x="3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8387333" y="3554771"/>
              <a:ext cx="53737" cy="59182"/>
            </a:xfrm>
            <a:custGeom>
              <a:avLst/>
              <a:gdLst/>
              <a:ahLst/>
              <a:cxnLst/>
              <a:rect l="l" t="t" r="r" b="b"/>
              <a:pathLst>
                <a:path w="1510" h="1663" extrusionOk="0">
                  <a:moveTo>
                    <a:pt x="706" y="1"/>
                  </a:moveTo>
                  <a:cubicBezTo>
                    <a:pt x="344" y="1"/>
                    <a:pt x="0" y="247"/>
                    <a:pt x="0" y="247"/>
                  </a:cubicBezTo>
                  <a:cubicBezTo>
                    <a:pt x="914" y="551"/>
                    <a:pt x="1139" y="1663"/>
                    <a:pt x="1139" y="1663"/>
                  </a:cubicBezTo>
                  <a:cubicBezTo>
                    <a:pt x="1509" y="1134"/>
                    <a:pt x="1377" y="511"/>
                    <a:pt x="1377" y="511"/>
                  </a:cubicBezTo>
                  <a:cubicBezTo>
                    <a:pt x="1215" y="117"/>
                    <a:pt x="956" y="1"/>
                    <a:pt x="7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8338329" y="3461318"/>
              <a:ext cx="37260" cy="80570"/>
            </a:xfrm>
            <a:custGeom>
              <a:avLst/>
              <a:gdLst/>
              <a:ahLst/>
              <a:cxnLst/>
              <a:rect l="l" t="t" r="r" b="b"/>
              <a:pathLst>
                <a:path w="1047" h="2264" extrusionOk="0">
                  <a:moveTo>
                    <a:pt x="583" y="1"/>
                  </a:moveTo>
                  <a:cubicBezTo>
                    <a:pt x="107" y="120"/>
                    <a:pt x="1" y="742"/>
                    <a:pt x="1" y="742"/>
                  </a:cubicBezTo>
                  <a:cubicBezTo>
                    <a:pt x="1" y="1933"/>
                    <a:pt x="1046" y="2264"/>
                    <a:pt x="1046" y="2264"/>
                  </a:cubicBezTo>
                  <a:cubicBezTo>
                    <a:pt x="398" y="1139"/>
                    <a:pt x="583" y="1"/>
                    <a:pt x="5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8383099" y="3570145"/>
              <a:ext cx="37225" cy="80570"/>
            </a:xfrm>
            <a:custGeom>
              <a:avLst/>
              <a:gdLst/>
              <a:ahLst/>
              <a:cxnLst/>
              <a:rect l="l" t="t" r="r" b="b"/>
              <a:pathLst>
                <a:path w="1046" h="2264" extrusionOk="0">
                  <a:moveTo>
                    <a:pt x="0" y="0"/>
                  </a:moveTo>
                  <a:cubicBezTo>
                    <a:pt x="636" y="1125"/>
                    <a:pt x="450" y="2263"/>
                    <a:pt x="450" y="2263"/>
                  </a:cubicBezTo>
                  <a:cubicBezTo>
                    <a:pt x="927" y="2171"/>
                    <a:pt x="1033" y="1535"/>
                    <a:pt x="1033" y="1535"/>
                  </a:cubicBezTo>
                  <a:cubicBezTo>
                    <a:pt x="1046" y="344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8366621" y="3532920"/>
              <a:ext cx="27794" cy="45730"/>
            </a:xfrm>
            <a:custGeom>
              <a:avLst/>
              <a:gdLst/>
              <a:ahLst/>
              <a:cxnLst/>
              <a:rect l="l" t="t" r="r" b="b"/>
              <a:pathLst>
                <a:path w="781" h="1285" extrusionOk="0">
                  <a:moveTo>
                    <a:pt x="384" y="0"/>
                  </a:moveTo>
                  <a:cubicBezTo>
                    <a:pt x="178" y="0"/>
                    <a:pt x="0" y="299"/>
                    <a:pt x="0" y="636"/>
                  </a:cubicBezTo>
                  <a:cubicBezTo>
                    <a:pt x="0" y="980"/>
                    <a:pt x="172" y="1284"/>
                    <a:pt x="384" y="1284"/>
                  </a:cubicBezTo>
                  <a:cubicBezTo>
                    <a:pt x="388" y="1285"/>
                    <a:pt x="393" y="1285"/>
                    <a:pt x="397" y="1285"/>
                  </a:cubicBezTo>
                  <a:cubicBezTo>
                    <a:pt x="603" y="1285"/>
                    <a:pt x="781" y="986"/>
                    <a:pt x="781" y="649"/>
                  </a:cubicBezTo>
                  <a:cubicBezTo>
                    <a:pt x="781" y="292"/>
                    <a:pt x="622" y="27"/>
                    <a:pt x="397" y="0"/>
                  </a:cubicBezTo>
                  <a:cubicBezTo>
                    <a:pt x="393" y="0"/>
                    <a:pt x="388" y="0"/>
                    <a:pt x="3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7556472" y="3336513"/>
              <a:ext cx="229397" cy="366017"/>
            </a:xfrm>
            <a:custGeom>
              <a:avLst/>
              <a:gdLst/>
              <a:ahLst/>
              <a:cxnLst/>
              <a:rect l="l" t="t" r="r" b="b"/>
              <a:pathLst>
                <a:path w="6446" h="10285" extrusionOk="0">
                  <a:moveTo>
                    <a:pt x="4228" y="1"/>
                  </a:moveTo>
                  <a:cubicBezTo>
                    <a:pt x="3727" y="1"/>
                    <a:pt x="3107" y="86"/>
                    <a:pt x="2899" y="120"/>
                  </a:cubicBezTo>
                  <a:cubicBezTo>
                    <a:pt x="1112" y="345"/>
                    <a:pt x="66" y="2449"/>
                    <a:pt x="40" y="5228"/>
                  </a:cubicBezTo>
                  <a:cubicBezTo>
                    <a:pt x="0" y="8008"/>
                    <a:pt x="1350" y="10178"/>
                    <a:pt x="2766" y="10192"/>
                  </a:cubicBezTo>
                  <a:cubicBezTo>
                    <a:pt x="3013" y="10198"/>
                    <a:pt x="3491" y="10284"/>
                    <a:pt x="4012" y="10284"/>
                  </a:cubicBezTo>
                  <a:cubicBezTo>
                    <a:pt x="4611" y="10284"/>
                    <a:pt x="5267" y="10170"/>
                    <a:pt x="5691" y="9689"/>
                  </a:cubicBezTo>
                  <a:cubicBezTo>
                    <a:pt x="6446" y="8855"/>
                    <a:pt x="5414" y="6936"/>
                    <a:pt x="5427" y="5189"/>
                  </a:cubicBezTo>
                  <a:cubicBezTo>
                    <a:pt x="5466" y="3044"/>
                    <a:pt x="5864" y="847"/>
                    <a:pt x="4884" y="120"/>
                  </a:cubicBezTo>
                  <a:cubicBezTo>
                    <a:pt x="4781" y="31"/>
                    <a:pt x="4525" y="1"/>
                    <a:pt x="4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7609675" y="3337438"/>
              <a:ext cx="218614" cy="359434"/>
            </a:xfrm>
            <a:custGeom>
              <a:avLst/>
              <a:gdLst/>
              <a:ahLst/>
              <a:cxnLst/>
              <a:rect l="l" t="t" r="r" b="b"/>
              <a:pathLst>
                <a:path w="6143" h="10100" extrusionOk="0">
                  <a:moveTo>
                    <a:pt x="3161" y="1"/>
                  </a:moveTo>
                  <a:cubicBezTo>
                    <a:pt x="1506" y="1"/>
                    <a:pt x="120" y="2214"/>
                    <a:pt x="67" y="4991"/>
                  </a:cubicBezTo>
                  <a:cubicBezTo>
                    <a:pt x="1" y="7770"/>
                    <a:pt x="1311" y="10060"/>
                    <a:pt x="2966" y="10099"/>
                  </a:cubicBezTo>
                  <a:cubicBezTo>
                    <a:pt x="2975" y="10100"/>
                    <a:pt x="2985" y="10100"/>
                    <a:pt x="2995" y="10100"/>
                  </a:cubicBezTo>
                  <a:cubicBezTo>
                    <a:pt x="4650" y="10100"/>
                    <a:pt x="6023" y="7886"/>
                    <a:pt x="6089" y="5110"/>
                  </a:cubicBezTo>
                  <a:cubicBezTo>
                    <a:pt x="6142" y="2330"/>
                    <a:pt x="4845" y="41"/>
                    <a:pt x="3191" y="1"/>
                  </a:cubicBezTo>
                  <a:cubicBezTo>
                    <a:pt x="3181" y="1"/>
                    <a:pt x="3171" y="1"/>
                    <a:pt x="3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7620067" y="3359573"/>
              <a:ext cx="190785" cy="314700"/>
            </a:xfrm>
            <a:custGeom>
              <a:avLst/>
              <a:gdLst/>
              <a:ahLst/>
              <a:cxnLst/>
              <a:rect l="l" t="t" r="r" b="b"/>
              <a:pathLst>
                <a:path w="5361" h="8843" extrusionOk="0">
                  <a:moveTo>
                    <a:pt x="2725" y="160"/>
                  </a:moveTo>
                  <a:cubicBezTo>
                    <a:pt x="2730" y="160"/>
                    <a:pt x="2735" y="160"/>
                    <a:pt x="2740" y="160"/>
                  </a:cubicBezTo>
                  <a:cubicBezTo>
                    <a:pt x="4156" y="173"/>
                    <a:pt x="5268" y="2119"/>
                    <a:pt x="5228" y="4474"/>
                  </a:cubicBezTo>
                  <a:cubicBezTo>
                    <a:pt x="5202" y="6827"/>
                    <a:pt x="4040" y="8710"/>
                    <a:pt x="2650" y="8710"/>
                  </a:cubicBezTo>
                  <a:cubicBezTo>
                    <a:pt x="2640" y="8710"/>
                    <a:pt x="2630" y="8710"/>
                    <a:pt x="2621" y="8710"/>
                  </a:cubicBezTo>
                  <a:cubicBezTo>
                    <a:pt x="1218" y="8683"/>
                    <a:pt x="93" y="6751"/>
                    <a:pt x="119" y="4395"/>
                  </a:cubicBezTo>
                  <a:cubicBezTo>
                    <a:pt x="159" y="2034"/>
                    <a:pt x="1315" y="160"/>
                    <a:pt x="2725" y="160"/>
                  </a:cubicBezTo>
                  <a:close/>
                  <a:moveTo>
                    <a:pt x="2724" y="1"/>
                  </a:moveTo>
                  <a:cubicBezTo>
                    <a:pt x="1281" y="1"/>
                    <a:pt x="66" y="1950"/>
                    <a:pt x="40" y="4382"/>
                  </a:cubicBezTo>
                  <a:cubicBezTo>
                    <a:pt x="0" y="6817"/>
                    <a:pt x="1165" y="8829"/>
                    <a:pt x="2621" y="8842"/>
                  </a:cubicBezTo>
                  <a:cubicBezTo>
                    <a:pt x="2635" y="8842"/>
                    <a:pt x="2649" y="8843"/>
                    <a:pt x="2664" y="8843"/>
                  </a:cubicBezTo>
                  <a:cubicBezTo>
                    <a:pt x="4101" y="8843"/>
                    <a:pt x="5295" y="6885"/>
                    <a:pt x="5334" y="4461"/>
                  </a:cubicBezTo>
                  <a:cubicBezTo>
                    <a:pt x="5360" y="2026"/>
                    <a:pt x="4209" y="14"/>
                    <a:pt x="2753" y="1"/>
                  </a:cubicBezTo>
                  <a:cubicBezTo>
                    <a:pt x="2743" y="1"/>
                    <a:pt x="2734" y="1"/>
                    <a:pt x="27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647825" y="3400570"/>
              <a:ext cx="141816" cy="234593"/>
            </a:xfrm>
            <a:custGeom>
              <a:avLst/>
              <a:gdLst/>
              <a:ahLst/>
              <a:cxnLst/>
              <a:rect l="l" t="t" r="r" b="b"/>
              <a:pathLst>
                <a:path w="3985" h="6592" extrusionOk="0">
                  <a:moveTo>
                    <a:pt x="2038" y="0"/>
                  </a:moveTo>
                  <a:cubicBezTo>
                    <a:pt x="959" y="0"/>
                    <a:pt x="67" y="1451"/>
                    <a:pt x="41" y="3256"/>
                  </a:cubicBezTo>
                  <a:cubicBezTo>
                    <a:pt x="1" y="5083"/>
                    <a:pt x="861" y="6565"/>
                    <a:pt x="1960" y="6592"/>
                  </a:cubicBezTo>
                  <a:cubicBezTo>
                    <a:pt x="1965" y="6592"/>
                    <a:pt x="1970" y="6592"/>
                    <a:pt x="1974" y="6592"/>
                  </a:cubicBezTo>
                  <a:cubicBezTo>
                    <a:pt x="3053" y="6592"/>
                    <a:pt x="3945" y="5141"/>
                    <a:pt x="3972" y="3322"/>
                  </a:cubicBezTo>
                  <a:cubicBezTo>
                    <a:pt x="3985" y="1509"/>
                    <a:pt x="3124" y="14"/>
                    <a:pt x="2052" y="0"/>
                  </a:cubicBezTo>
                  <a:cubicBezTo>
                    <a:pt x="2048" y="0"/>
                    <a:pt x="2043" y="0"/>
                    <a:pt x="2038" y="0"/>
                  </a:cubicBezTo>
                  <a:close/>
                </a:path>
              </a:pathLst>
            </a:custGeom>
            <a:solidFill>
              <a:srgbClr val="756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7694943" y="3413168"/>
              <a:ext cx="40072" cy="87759"/>
            </a:xfrm>
            <a:custGeom>
              <a:avLst/>
              <a:gdLst/>
              <a:ahLst/>
              <a:cxnLst/>
              <a:rect l="l" t="t" r="r" b="b"/>
              <a:pathLst>
                <a:path w="1126" h="2466" extrusionOk="0">
                  <a:moveTo>
                    <a:pt x="784" y="0"/>
                  </a:moveTo>
                  <a:cubicBezTo>
                    <a:pt x="548" y="0"/>
                    <a:pt x="398" y="215"/>
                    <a:pt x="398" y="215"/>
                  </a:cubicBezTo>
                  <a:cubicBezTo>
                    <a:pt x="0" y="1182"/>
                    <a:pt x="728" y="2465"/>
                    <a:pt x="728" y="2465"/>
                  </a:cubicBezTo>
                  <a:cubicBezTo>
                    <a:pt x="583" y="917"/>
                    <a:pt x="1125" y="149"/>
                    <a:pt x="1125" y="149"/>
                  </a:cubicBezTo>
                  <a:cubicBezTo>
                    <a:pt x="999" y="39"/>
                    <a:pt x="884" y="0"/>
                    <a:pt x="784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7702025" y="3530571"/>
              <a:ext cx="40534" cy="88186"/>
            </a:xfrm>
            <a:custGeom>
              <a:avLst/>
              <a:gdLst/>
              <a:ahLst/>
              <a:cxnLst/>
              <a:rect l="l" t="t" r="r" b="b"/>
              <a:pathLst>
                <a:path w="1139" h="2478" extrusionOk="0">
                  <a:moveTo>
                    <a:pt x="410" y="0"/>
                  </a:moveTo>
                  <a:cubicBezTo>
                    <a:pt x="543" y="1562"/>
                    <a:pt x="0" y="2316"/>
                    <a:pt x="0" y="2316"/>
                  </a:cubicBezTo>
                  <a:cubicBezTo>
                    <a:pt x="136" y="2436"/>
                    <a:pt x="258" y="2477"/>
                    <a:pt x="362" y="2477"/>
                  </a:cubicBezTo>
                  <a:cubicBezTo>
                    <a:pt x="590" y="2477"/>
                    <a:pt x="728" y="2277"/>
                    <a:pt x="728" y="2277"/>
                  </a:cubicBezTo>
                  <a:cubicBezTo>
                    <a:pt x="1138" y="1297"/>
                    <a:pt x="410" y="1"/>
                    <a:pt x="410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7668573" y="3525376"/>
              <a:ext cx="44769" cy="74947"/>
            </a:xfrm>
            <a:custGeom>
              <a:avLst/>
              <a:gdLst/>
              <a:ahLst/>
              <a:cxnLst/>
              <a:rect l="l" t="t" r="r" b="b"/>
              <a:pathLst>
                <a:path w="1258" h="2106" extrusionOk="0">
                  <a:moveTo>
                    <a:pt x="1191" y="1"/>
                  </a:moveTo>
                  <a:cubicBezTo>
                    <a:pt x="715" y="1337"/>
                    <a:pt x="0" y="1377"/>
                    <a:pt x="0" y="1377"/>
                  </a:cubicBezTo>
                  <a:cubicBezTo>
                    <a:pt x="154" y="2093"/>
                    <a:pt x="529" y="2105"/>
                    <a:pt x="555" y="2105"/>
                  </a:cubicBezTo>
                  <a:cubicBezTo>
                    <a:pt x="556" y="2105"/>
                    <a:pt x="556" y="2105"/>
                    <a:pt x="556" y="2105"/>
                  </a:cubicBezTo>
                  <a:cubicBezTo>
                    <a:pt x="1258" y="1774"/>
                    <a:pt x="1191" y="1"/>
                    <a:pt x="1191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7723662" y="3431638"/>
              <a:ext cx="44805" cy="74485"/>
            </a:xfrm>
            <a:custGeom>
              <a:avLst/>
              <a:gdLst/>
              <a:ahLst/>
              <a:cxnLst/>
              <a:rect l="l" t="t" r="r" b="b"/>
              <a:pathLst>
                <a:path w="1259" h="2093" extrusionOk="0">
                  <a:moveTo>
                    <a:pt x="689" y="1"/>
                  </a:moveTo>
                  <a:cubicBezTo>
                    <a:pt x="1" y="305"/>
                    <a:pt x="54" y="2092"/>
                    <a:pt x="54" y="2092"/>
                  </a:cubicBezTo>
                  <a:cubicBezTo>
                    <a:pt x="557" y="755"/>
                    <a:pt x="1258" y="729"/>
                    <a:pt x="1245" y="729"/>
                  </a:cubicBezTo>
                  <a:cubicBezTo>
                    <a:pt x="1086" y="1"/>
                    <a:pt x="689" y="1"/>
                    <a:pt x="689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7654444" y="3516443"/>
              <a:ext cx="54662" cy="43310"/>
            </a:xfrm>
            <a:custGeom>
              <a:avLst/>
              <a:gdLst/>
              <a:ahLst/>
              <a:cxnLst/>
              <a:rect l="l" t="t" r="r" b="b"/>
              <a:pathLst>
                <a:path w="1536" h="1217" extrusionOk="0">
                  <a:moveTo>
                    <a:pt x="93" y="0"/>
                  </a:moveTo>
                  <a:cubicBezTo>
                    <a:pt x="93" y="0"/>
                    <a:pt x="93" y="0"/>
                    <a:pt x="93" y="0"/>
                  </a:cubicBezTo>
                  <a:cubicBezTo>
                    <a:pt x="0" y="781"/>
                    <a:pt x="305" y="1152"/>
                    <a:pt x="305" y="1152"/>
                  </a:cubicBezTo>
                  <a:cubicBezTo>
                    <a:pt x="380" y="1197"/>
                    <a:pt x="454" y="1217"/>
                    <a:pt x="526" y="1217"/>
                  </a:cubicBezTo>
                  <a:cubicBezTo>
                    <a:pt x="1088" y="1217"/>
                    <a:pt x="1535" y="0"/>
                    <a:pt x="1536" y="0"/>
                  </a:cubicBezTo>
                  <a:lnTo>
                    <a:pt x="1536" y="0"/>
                  </a:lnTo>
                  <a:cubicBezTo>
                    <a:pt x="1252" y="214"/>
                    <a:pt x="998" y="286"/>
                    <a:pt x="786" y="286"/>
                  </a:cubicBezTo>
                  <a:cubicBezTo>
                    <a:pt x="361" y="286"/>
                    <a:pt x="101" y="0"/>
                    <a:pt x="93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727897" y="3472350"/>
              <a:ext cx="54698" cy="43666"/>
            </a:xfrm>
            <a:custGeom>
              <a:avLst/>
              <a:gdLst/>
              <a:ahLst/>
              <a:cxnLst/>
              <a:rect l="l" t="t" r="r" b="b"/>
              <a:pathLst>
                <a:path w="1537" h="1227" extrusionOk="0">
                  <a:moveTo>
                    <a:pt x="994" y="0"/>
                  </a:moveTo>
                  <a:cubicBezTo>
                    <a:pt x="440" y="0"/>
                    <a:pt x="1" y="1173"/>
                    <a:pt x="1" y="1173"/>
                  </a:cubicBezTo>
                  <a:cubicBezTo>
                    <a:pt x="275" y="975"/>
                    <a:pt x="520" y="907"/>
                    <a:pt x="726" y="907"/>
                  </a:cubicBezTo>
                  <a:cubicBezTo>
                    <a:pt x="1166" y="907"/>
                    <a:pt x="1430" y="1217"/>
                    <a:pt x="1430" y="1226"/>
                  </a:cubicBezTo>
                  <a:cubicBezTo>
                    <a:pt x="1536" y="432"/>
                    <a:pt x="1232" y="75"/>
                    <a:pt x="1232" y="75"/>
                  </a:cubicBezTo>
                  <a:cubicBezTo>
                    <a:pt x="1151" y="23"/>
                    <a:pt x="1072" y="0"/>
                    <a:pt x="994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6"/>
            <p:cNvSpPr/>
            <p:nvPr/>
          </p:nvSpPr>
          <p:spPr>
            <a:xfrm>
              <a:off x="7656793" y="3457546"/>
              <a:ext cx="54200" cy="58968"/>
            </a:xfrm>
            <a:custGeom>
              <a:avLst/>
              <a:gdLst/>
              <a:ahLst/>
              <a:cxnLst/>
              <a:rect l="l" t="t" r="r" b="b"/>
              <a:pathLst>
                <a:path w="1523" h="1657" extrusionOk="0">
                  <a:moveTo>
                    <a:pt x="345" y="1"/>
                  </a:moveTo>
                  <a:cubicBezTo>
                    <a:pt x="0" y="557"/>
                    <a:pt x="133" y="1166"/>
                    <a:pt x="133" y="1166"/>
                  </a:cubicBezTo>
                  <a:cubicBezTo>
                    <a:pt x="295" y="1543"/>
                    <a:pt x="546" y="1656"/>
                    <a:pt x="791" y="1656"/>
                  </a:cubicBezTo>
                  <a:cubicBezTo>
                    <a:pt x="1165" y="1656"/>
                    <a:pt x="1522" y="1391"/>
                    <a:pt x="1522" y="1391"/>
                  </a:cubicBezTo>
                  <a:cubicBezTo>
                    <a:pt x="596" y="1113"/>
                    <a:pt x="345" y="27"/>
                    <a:pt x="345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6"/>
            <p:cNvSpPr/>
            <p:nvPr/>
          </p:nvSpPr>
          <p:spPr>
            <a:xfrm>
              <a:off x="7726046" y="3514735"/>
              <a:ext cx="53702" cy="59182"/>
            </a:xfrm>
            <a:custGeom>
              <a:avLst/>
              <a:gdLst/>
              <a:ahLst/>
              <a:cxnLst/>
              <a:rect l="l" t="t" r="r" b="b"/>
              <a:pathLst>
                <a:path w="1509" h="1663" extrusionOk="0">
                  <a:moveTo>
                    <a:pt x="706" y="1"/>
                  </a:moveTo>
                  <a:cubicBezTo>
                    <a:pt x="343" y="1"/>
                    <a:pt x="0" y="247"/>
                    <a:pt x="0" y="247"/>
                  </a:cubicBezTo>
                  <a:cubicBezTo>
                    <a:pt x="914" y="547"/>
                    <a:pt x="1158" y="1634"/>
                    <a:pt x="1152" y="1662"/>
                  </a:cubicBezTo>
                  <a:lnTo>
                    <a:pt x="1152" y="1662"/>
                  </a:lnTo>
                  <a:cubicBezTo>
                    <a:pt x="1509" y="1133"/>
                    <a:pt x="1376" y="511"/>
                    <a:pt x="1376" y="511"/>
                  </a:cubicBezTo>
                  <a:cubicBezTo>
                    <a:pt x="1215" y="117"/>
                    <a:pt x="956" y="1"/>
                    <a:pt x="706" y="1"/>
                  </a:cubicBezTo>
                  <a:close/>
                  <a:moveTo>
                    <a:pt x="1152" y="1662"/>
                  </a:moveTo>
                  <a:cubicBezTo>
                    <a:pt x="1152" y="1663"/>
                    <a:pt x="1152" y="1663"/>
                    <a:pt x="1151" y="1663"/>
                  </a:cubicBezTo>
                  <a:cubicBezTo>
                    <a:pt x="1152" y="1663"/>
                    <a:pt x="1152" y="1663"/>
                    <a:pt x="1152" y="1662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6"/>
            <p:cNvSpPr/>
            <p:nvPr/>
          </p:nvSpPr>
          <p:spPr>
            <a:xfrm>
              <a:off x="7678003" y="3420820"/>
              <a:ext cx="37225" cy="80570"/>
            </a:xfrm>
            <a:custGeom>
              <a:avLst/>
              <a:gdLst/>
              <a:ahLst/>
              <a:cxnLst/>
              <a:rect l="l" t="t" r="r" b="b"/>
              <a:pathLst>
                <a:path w="1046" h="2264" extrusionOk="0">
                  <a:moveTo>
                    <a:pt x="582" y="0"/>
                  </a:moveTo>
                  <a:lnTo>
                    <a:pt x="582" y="0"/>
                  </a:lnTo>
                  <a:cubicBezTo>
                    <a:pt x="93" y="106"/>
                    <a:pt x="0" y="742"/>
                    <a:pt x="0" y="742"/>
                  </a:cubicBezTo>
                  <a:cubicBezTo>
                    <a:pt x="0" y="1933"/>
                    <a:pt x="1046" y="2264"/>
                    <a:pt x="1046" y="2264"/>
                  </a:cubicBezTo>
                  <a:cubicBezTo>
                    <a:pt x="397" y="1152"/>
                    <a:pt x="582" y="14"/>
                    <a:pt x="582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6"/>
            <p:cNvSpPr/>
            <p:nvPr/>
          </p:nvSpPr>
          <p:spPr>
            <a:xfrm>
              <a:off x="7722274" y="3529610"/>
              <a:ext cx="36762" cy="80606"/>
            </a:xfrm>
            <a:custGeom>
              <a:avLst/>
              <a:gdLst/>
              <a:ahLst/>
              <a:cxnLst/>
              <a:rect l="l" t="t" r="r" b="b"/>
              <a:pathLst>
                <a:path w="1033" h="2265" extrusionOk="0">
                  <a:moveTo>
                    <a:pt x="0" y="1"/>
                  </a:moveTo>
                  <a:lnTo>
                    <a:pt x="0" y="1"/>
                  </a:lnTo>
                  <a:cubicBezTo>
                    <a:pt x="625" y="1108"/>
                    <a:pt x="469" y="2240"/>
                    <a:pt x="438" y="2264"/>
                  </a:cubicBezTo>
                  <a:lnTo>
                    <a:pt x="438" y="2264"/>
                  </a:lnTo>
                  <a:cubicBezTo>
                    <a:pt x="927" y="2170"/>
                    <a:pt x="1019" y="1536"/>
                    <a:pt x="1019" y="1536"/>
                  </a:cubicBezTo>
                  <a:cubicBezTo>
                    <a:pt x="1032" y="345"/>
                    <a:pt x="0" y="1"/>
                    <a:pt x="0" y="1"/>
                  </a:cubicBezTo>
                  <a:close/>
                  <a:moveTo>
                    <a:pt x="438" y="2264"/>
                  </a:moveTo>
                  <a:cubicBezTo>
                    <a:pt x="438" y="2264"/>
                    <a:pt x="437" y="2264"/>
                    <a:pt x="437" y="2264"/>
                  </a:cubicBezTo>
                  <a:cubicBezTo>
                    <a:pt x="437" y="2264"/>
                    <a:pt x="437" y="2264"/>
                    <a:pt x="437" y="2264"/>
                  </a:cubicBezTo>
                  <a:cubicBezTo>
                    <a:pt x="438" y="2264"/>
                    <a:pt x="438" y="2264"/>
                    <a:pt x="438" y="2264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6"/>
            <p:cNvSpPr/>
            <p:nvPr/>
          </p:nvSpPr>
          <p:spPr>
            <a:xfrm>
              <a:off x="7706260" y="3492386"/>
              <a:ext cx="27794" cy="45338"/>
            </a:xfrm>
            <a:custGeom>
              <a:avLst/>
              <a:gdLst/>
              <a:ahLst/>
              <a:cxnLst/>
              <a:rect l="l" t="t" r="r" b="b"/>
              <a:pathLst>
                <a:path w="781" h="1274" extrusionOk="0">
                  <a:moveTo>
                    <a:pt x="382" y="1"/>
                  </a:moveTo>
                  <a:cubicBezTo>
                    <a:pt x="165" y="1"/>
                    <a:pt x="0" y="287"/>
                    <a:pt x="0" y="637"/>
                  </a:cubicBezTo>
                  <a:cubicBezTo>
                    <a:pt x="0" y="981"/>
                    <a:pt x="159" y="1259"/>
                    <a:pt x="384" y="1272"/>
                  </a:cubicBezTo>
                  <a:cubicBezTo>
                    <a:pt x="393" y="1273"/>
                    <a:pt x="401" y="1273"/>
                    <a:pt x="410" y="1273"/>
                  </a:cubicBezTo>
                  <a:cubicBezTo>
                    <a:pt x="611" y="1273"/>
                    <a:pt x="781" y="980"/>
                    <a:pt x="781" y="650"/>
                  </a:cubicBezTo>
                  <a:cubicBezTo>
                    <a:pt x="781" y="306"/>
                    <a:pt x="609" y="1"/>
                    <a:pt x="397" y="1"/>
                  </a:cubicBezTo>
                  <a:cubicBezTo>
                    <a:pt x="392" y="1"/>
                    <a:pt x="387" y="1"/>
                    <a:pt x="382" y="1"/>
                  </a:cubicBezTo>
                  <a:close/>
                </a:path>
              </a:pathLst>
            </a:custGeom>
            <a:solidFill>
              <a:srgbClr val="9385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6"/>
            <p:cNvSpPr/>
            <p:nvPr/>
          </p:nvSpPr>
          <p:spPr>
            <a:xfrm>
              <a:off x="8783458" y="3302954"/>
              <a:ext cx="229397" cy="365946"/>
            </a:xfrm>
            <a:custGeom>
              <a:avLst/>
              <a:gdLst/>
              <a:ahLst/>
              <a:cxnLst/>
              <a:rect l="l" t="t" r="r" b="b"/>
              <a:pathLst>
                <a:path w="6446" h="10283" extrusionOk="0">
                  <a:moveTo>
                    <a:pt x="4248" y="0"/>
                  </a:moveTo>
                  <a:cubicBezTo>
                    <a:pt x="3743" y="0"/>
                    <a:pt x="3109" y="84"/>
                    <a:pt x="2899" y="110"/>
                  </a:cubicBezTo>
                  <a:cubicBezTo>
                    <a:pt x="1112" y="348"/>
                    <a:pt x="66" y="2439"/>
                    <a:pt x="40" y="5232"/>
                  </a:cubicBezTo>
                  <a:cubicBezTo>
                    <a:pt x="0" y="8011"/>
                    <a:pt x="1350" y="10168"/>
                    <a:pt x="2766" y="10195"/>
                  </a:cubicBezTo>
                  <a:cubicBezTo>
                    <a:pt x="3010" y="10201"/>
                    <a:pt x="3481" y="10283"/>
                    <a:pt x="3996" y="10283"/>
                  </a:cubicBezTo>
                  <a:cubicBezTo>
                    <a:pt x="4599" y="10283"/>
                    <a:pt x="5263" y="10170"/>
                    <a:pt x="5691" y="9692"/>
                  </a:cubicBezTo>
                  <a:cubicBezTo>
                    <a:pt x="6446" y="8845"/>
                    <a:pt x="5413" y="6926"/>
                    <a:pt x="5427" y="5192"/>
                  </a:cubicBezTo>
                  <a:cubicBezTo>
                    <a:pt x="5466" y="3048"/>
                    <a:pt x="5863" y="838"/>
                    <a:pt x="4884" y="110"/>
                  </a:cubicBezTo>
                  <a:cubicBezTo>
                    <a:pt x="4783" y="28"/>
                    <a:pt x="4536" y="0"/>
                    <a:pt x="4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6"/>
            <p:cNvSpPr/>
            <p:nvPr/>
          </p:nvSpPr>
          <p:spPr>
            <a:xfrm>
              <a:off x="8836661" y="3303986"/>
              <a:ext cx="218578" cy="359434"/>
            </a:xfrm>
            <a:custGeom>
              <a:avLst/>
              <a:gdLst/>
              <a:ahLst/>
              <a:cxnLst/>
              <a:rect l="l" t="t" r="r" b="b"/>
              <a:pathLst>
                <a:path w="6142" h="10100" extrusionOk="0">
                  <a:moveTo>
                    <a:pt x="3148" y="1"/>
                  </a:moveTo>
                  <a:cubicBezTo>
                    <a:pt x="1493" y="1"/>
                    <a:pt x="120" y="2215"/>
                    <a:pt x="54" y="4991"/>
                  </a:cubicBezTo>
                  <a:cubicBezTo>
                    <a:pt x="1" y="7770"/>
                    <a:pt x="1298" y="10060"/>
                    <a:pt x="2952" y="10100"/>
                  </a:cubicBezTo>
                  <a:cubicBezTo>
                    <a:pt x="2962" y="10100"/>
                    <a:pt x="2972" y="10100"/>
                    <a:pt x="2982" y="10100"/>
                  </a:cubicBezTo>
                  <a:cubicBezTo>
                    <a:pt x="4636" y="10100"/>
                    <a:pt x="6023" y="7886"/>
                    <a:pt x="6076" y="5110"/>
                  </a:cubicBezTo>
                  <a:cubicBezTo>
                    <a:pt x="6142" y="2331"/>
                    <a:pt x="4832" y="41"/>
                    <a:pt x="3177" y="1"/>
                  </a:cubicBezTo>
                  <a:cubicBezTo>
                    <a:pt x="3167" y="1"/>
                    <a:pt x="3158" y="1"/>
                    <a:pt x="3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6"/>
            <p:cNvSpPr/>
            <p:nvPr/>
          </p:nvSpPr>
          <p:spPr>
            <a:xfrm>
              <a:off x="8847053" y="3326619"/>
              <a:ext cx="190785" cy="314665"/>
            </a:xfrm>
            <a:custGeom>
              <a:avLst/>
              <a:gdLst/>
              <a:ahLst/>
              <a:cxnLst/>
              <a:rect l="l" t="t" r="r" b="b"/>
              <a:pathLst>
                <a:path w="5361" h="8842" extrusionOk="0">
                  <a:moveTo>
                    <a:pt x="2710" y="146"/>
                  </a:moveTo>
                  <a:cubicBezTo>
                    <a:pt x="2720" y="146"/>
                    <a:pt x="2730" y="146"/>
                    <a:pt x="2740" y="146"/>
                  </a:cubicBezTo>
                  <a:cubicBezTo>
                    <a:pt x="4143" y="159"/>
                    <a:pt x="5268" y="2092"/>
                    <a:pt x="5228" y="4461"/>
                  </a:cubicBezTo>
                  <a:cubicBezTo>
                    <a:pt x="5202" y="6806"/>
                    <a:pt x="4048" y="8697"/>
                    <a:pt x="2664" y="8697"/>
                  </a:cubicBezTo>
                  <a:cubicBezTo>
                    <a:pt x="2649" y="8697"/>
                    <a:pt x="2635" y="8696"/>
                    <a:pt x="2621" y="8696"/>
                  </a:cubicBezTo>
                  <a:cubicBezTo>
                    <a:pt x="1218" y="8670"/>
                    <a:pt x="93" y="6724"/>
                    <a:pt x="119" y="4381"/>
                  </a:cubicBezTo>
                  <a:cubicBezTo>
                    <a:pt x="159" y="2029"/>
                    <a:pt x="1307" y="146"/>
                    <a:pt x="2710" y="146"/>
                  </a:cubicBezTo>
                  <a:close/>
                  <a:moveTo>
                    <a:pt x="2724" y="0"/>
                  </a:moveTo>
                  <a:cubicBezTo>
                    <a:pt x="1281" y="0"/>
                    <a:pt x="66" y="1949"/>
                    <a:pt x="40" y="4381"/>
                  </a:cubicBezTo>
                  <a:cubicBezTo>
                    <a:pt x="0" y="6817"/>
                    <a:pt x="1165" y="8828"/>
                    <a:pt x="2621" y="8842"/>
                  </a:cubicBezTo>
                  <a:cubicBezTo>
                    <a:pt x="2630" y="8842"/>
                    <a:pt x="2640" y="8842"/>
                    <a:pt x="2650" y="8842"/>
                  </a:cubicBezTo>
                  <a:cubicBezTo>
                    <a:pt x="4093" y="8842"/>
                    <a:pt x="5294" y="6880"/>
                    <a:pt x="5334" y="4461"/>
                  </a:cubicBezTo>
                  <a:cubicBezTo>
                    <a:pt x="5360" y="2025"/>
                    <a:pt x="4209" y="14"/>
                    <a:pt x="2753" y="0"/>
                  </a:cubicBezTo>
                  <a:cubicBezTo>
                    <a:pt x="2743" y="0"/>
                    <a:pt x="2733" y="0"/>
                    <a:pt x="27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6"/>
            <p:cNvSpPr/>
            <p:nvPr/>
          </p:nvSpPr>
          <p:spPr>
            <a:xfrm>
              <a:off x="8874811" y="3367118"/>
              <a:ext cx="141816" cy="234130"/>
            </a:xfrm>
            <a:custGeom>
              <a:avLst/>
              <a:gdLst/>
              <a:ahLst/>
              <a:cxnLst/>
              <a:rect l="l" t="t" r="r" b="b"/>
              <a:pathLst>
                <a:path w="3985" h="6579" extrusionOk="0">
                  <a:moveTo>
                    <a:pt x="2024" y="1"/>
                  </a:moveTo>
                  <a:cubicBezTo>
                    <a:pt x="932" y="1"/>
                    <a:pt x="41" y="1452"/>
                    <a:pt x="27" y="3257"/>
                  </a:cubicBezTo>
                  <a:cubicBezTo>
                    <a:pt x="1" y="5083"/>
                    <a:pt x="861" y="6565"/>
                    <a:pt x="1946" y="6579"/>
                  </a:cubicBezTo>
                  <a:cubicBezTo>
                    <a:pt x="1951" y="6579"/>
                    <a:pt x="1956" y="6579"/>
                    <a:pt x="1961" y="6579"/>
                  </a:cubicBezTo>
                  <a:cubicBezTo>
                    <a:pt x="3040" y="6579"/>
                    <a:pt x="3932" y="5128"/>
                    <a:pt x="3958" y="3309"/>
                  </a:cubicBezTo>
                  <a:cubicBezTo>
                    <a:pt x="3985" y="1496"/>
                    <a:pt x="3124" y="14"/>
                    <a:pt x="2039" y="1"/>
                  </a:cubicBezTo>
                  <a:cubicBezTo>
                    <a:pt x="2034" y="1"/>
                    <a:pt x="2029" y="1"/>
                    <a:pt x="20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6"/>
            <p:cNvSpPr/>
            <p:nvPr/>
          </p:nvSpPr>
          <p:spPr>
            <a:xfrm>
              <a:off x="8921466" y="3379467"/>
              <a:ext cx="40072" cy="87545"/>
            </a:xfrm>
            <a:custGeom>
              <a:avLst/>
              <a:gdLst/>
              <a:ahLst/>
              <a:cxnLst/>
              <a:rect l="l" t="t" r="r" b="b"/>
              <a:pathLst>
                <a:path w="1126" h="2460" extrusionOk="0">
                  <a:moveTo>
                    <a:pt x="779" y="0"/>
                  </a:moveTo>
                  <a:cubicBezTo>
                    <a:pt x="541" y="0"/>
                    <a:pt x="397" y="210"/>
                    <a:pt x="397" y="210"/>
                  </a:cubicBezTo>
                  <a:cubicBezTo>
                    <a:pt x="0" y="1189"/>
                    <a:pt x="728" y="2460"/>
                    <a:pt x="728" y="2460"/>
                  </a:cubicBezTo>
                  <a:cubicBezTo>
                    <a:pt x="596" y="924"/>
                    <a:pt x="1125" y="143"/>
                    <a:pt x="1125" y="143"/>
                  </a:cubicBezTo>
                  <a:cubicBezTo>
                    <a:pt x="996" y="37"/>
                    <a:pt x="879" y="0"/>
                    <a:pt x="7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6"/>
            <p:cNvSpPr/>
            <p:nvPr/>
          </p:nvSpPr>
          <p:spPr>
            <a:xfrm>
              <a:off x="8928975" y="3497582"/>
              <a:ext cx="40570" cy="88186"/>
            </a:xfrm>
            <a:custGeom>
              <a:avLst/>
              <a:gdLst/>
              <a:ahLst/>
              <a:cxnLst/>
              <a:rect l="l" t="t" r="r" b="b"/>
              <a:pathLst>
                <a:path w="1140" h="2478" extrusionOk="0">
                  <a:moveTo>
                    <a:pt x="411" y="1"/>
                  </a:moveTo>
                  <a:lnTo>
                    <a:pt x="411" y="1"/>
                  </a:lnTo>
                  <a:cubicBezTo>
                    <a:pt x="544" y="1549"/>
                    <a:pt x="1" y="2317"/>
                    <a:pt x="1" y="2317"/>
                  </a:cubicBezTo>
                  <a:cubicBezTo>
                    <a:pt x="137" y="2437"/>
                    <a:pt x="259" y="2478"/>
                    <a:pt x="363" y="2478"/>
                  </a:cubicBezTo>
                  <a:cubicBezTo>
                    <a:pt x="591" y="2478"/>
                    <a:pt x="729" y="2277"/>
                    <a:pt x="729" y="2277"/>
                  </a:cubicBezTo>
                  <a:cubicBezTo>
                    <a:pt x="1139" y="1298"/>
                    <a:pt x="411" y="1"/>
                    <a:pt x="4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6"/>
            <p:cNvSpPr/>
            <p:nvPr/>
          </p:nvSpPr>
          <p:spPr>
            <a:xfrm>
              <a:off x="8895559" y="3491959"/>
              <a:ext cx="44769" cy="74912"/>
            </a:xfrm>
            <a:custGeom>
              <a:avLst/>
              <a:gdLst/>
              <a:ahLst/>
              <a:cxnLst/>
              <a:rect l="l" t="t" r="r" b="b"/>
              <a:pathLst>
                <a:path w="1258" h="2105" extrusionOk="0">
                  <a:moveTo>
                    <a:pt x="1191" y="0"/>
                  </a:moveTo>
                  <a:lnTo>
                    <a:pt x="1191" y="0"/>
                  </a:lnTo>
                  <a:cubicBezTo>
                    <a:pt x="715" y="1350"/>
                    <a:pt x="0" y="1376"/>
                    <a:pt x="0" y="1376"/>
                  </a:cubicBezTo>
                  <a:cubicBezTo>
                    <a:pt x="154" y="2092"/>
                    <a:pt x="529" y="2104"/>
                    <a:pt x="555" y="2104"/>
                  </a:cubicBezTo>
                  <a:cubicBezTo>
                    <a:pt x="556" y="2104"/>
                    <a:pt x="556" y="2104"/>
                    <a:pt x="556" y="2104"/>
                  </a:cubicBezTo>
                  <a:cubicBezTo>
                    <a:pt x="1258" y="1774"/>
                    <a:pt x="1191" y="0"/>
                    <a:pt x="11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6"/>
            <p:cNvSpPr/>
            <p:nvPr/>
          </p:nvSpPr>
          <p:spPr>
            <a:xfrm>
              <a:off x="8950648" y="3398221"/>
              <a:ext cx="44306" cy="74449"/>
            </a:xfrm>
            <a:custGeom>
              <a:avLst/>
              <a:gdLst/>
              <a:ahLst/>
              <a:cxnLst/>
              <a:rect l="l" t="t" r="r" b="b"/>
              <a:pathLst>
                <a:path w="1245" h="2092" extrusionOk="0">
                  <a:moveTo>
                    <a:pt x="689" y="0"/>
                  </a:moveTo>
                  <a:cubicBezTo>
                    <a:pt x="1" y="305"/>
                    <a:pt x="54" y="2091"/>
                    <a:pt x="54" y="2091"/>
                  </a:cubicBezTo>
                  <a:cubicBezTo>
                    <a:pt x="557" y="741"/>
                    <a:pt x="1245" y="741"/>
                    <a:pt x="1245" y="728"/>
                  </a:cubicBezTo>
                  <a:cubicBezTo>
                    <a:pt x="1086" y="0"/>
                    <a:pt x="689" y="0"/>
                    <a:pt x="6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6"/>
            <p:cNvSpPr/>
            <p:nvPr/>
          </p:nvSpPr>
          <p:spPr>
            <a:xfrm>
              <a:off x="8881430" y="3482991"/>
              <a:ext cx="54662" cy="42883"/>
            </a:xfrm>
            <a:custGeom>
              <a:avLst/>
              <a:gdLst/>
              <a:ahLst/>
              <a:cxnLst/>
              <a:rect l="l" t="t" r="r" b="b"/>
              <a:pathLst>
                <a:path w="1536" h="1205" extrusionOk="0">
                  <a:moveTo>
                    <a:pt x="93" y="1"/>
                  </a:moveTo>
                  <a:cubicBezTo>
                    <a:pt x="0" y="781"/>
                    <a:pt x="318" y="1139"/>
                    <a:pt x="318" y="1139"/>
                  </a:cubicBezTo>
                  <a:cubicBezTo>
                    <a:pt x="394" y="1184"/>
                    <a:pt x="468" y="1204"/>
                    <a:pt x="540" y="1204"/>
                  </a:cubicBezTo>
                  <a:cubicBezTo>
                    <a:pt x="1100" y="1204"/>
                    <a:pt x="1535" y="1"/>
                    <a:pt x="1535" y="1"/>
                  </a:cubicBezTo>
                  <a:lnTo>
                    <a:pt x="1535" y="1"/>
                  </a:lnTo>
                  <a:cubicBezTo>
                    <a:pt x="1249" y="217"/>
                    <a:pt x="993" y="289"/>
                    <a:pt x="779" y="289"/>
                  </a:cubicBezTo>
                  <a:cubicBezTo>
                    <a:pt x="352" y="289"/>
                    <a:pt x="93" y="1"/>
                    <a:pt x="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6"/>
            <p:cNvSpPr/>
            <p:nvPr/>
          </p:nvSpPr>
          <p:spPr>
            <a:xfrm>
              <a:off x="8954420" y="3439361"/>
              <a:ext cx="54627" cy="43666"/>
            </a:xfrm>
            <a:custGeom>
              <a:avLst/>
              <a:gdLst/>
              <a:ahLst/>
              <a:cxnLst/>
              <a:rect l="l" t="t" r="r" b="b"/>
              <a:pathLst>
                <a:path w="1535" h="1227" extrusionOk="0">
                  <a:moveTo>
                    <a:pt x="981" y="1"/>
                  </a:moveTo>
                  <a:cubicBezTo>
                    <a:pt x="429" y="1"/>
                    <a:pt x="1" y="1174"/>
                    <a:pt x="1" y="1174"/>
                  </a:cubicBezTo>
                  <a:cubicBezTo>
                    <a:pt x="275" y="971"/>
                    <a:pt x="521" y="902"/>
                    <a:pt x="728" y="902"/>
                  </a:cubicBezTo>
                  <a:cubicBezTo>
                    <a:pt x="1148" y="902"/>
                    <a:pt x="1407" y="1186"/>
                    <a:pt x="1417" y="1223"/>
                  </a:cubicBezTo>
                  <a:lnTo>
                    <a:pt x="1417" y="1223"/>
                  </a:lnTo>
                  <a:cubicBezTo>
                    <a:pt x="1535" y="431"/>
                    <a:pt x="1218" y="75"/>
                    <a:pt x="1218" y="75"/>
                  </a:cubicBezTo>
                  <a:cubicBezTo>
                    <a:pt x="1137" y="23"/>
                    <a:pt x="1058" y="1"/>
                    <a:pt x="981" y="1"/>
                  </a:cubicBezTo>
                  <a:close/>
                  <a:moveTo>
                    <a:pt x="1417" y="1223"/>
                  </a:moveTo>
                  <a:cubicBezTo>
                    <a:pt x="1417" y="1224"/>
                    <a:pt x="1417" y="1225"/>
                    <a:pt x="1417" y="1227"/>
                  </a:cubicBezTo>
                  <a:cubicBezTo>
                    <a:pt x="1418" y="1226"/>
                    <a:pt x="1418" y="1225"/>
                    <a:pt x="1417" y="122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6"/>
            <p:cNvSpPr/>
            <p:nvPr/>
          </p:nvSpPr>
          <p:spPr>
            <a:xfrm>
              <a:off x="8883779" y="3424592"/>
              <a:ext cx="54200" cy="58933"/>
            </a:xfrm>
            <a:custGeom>
              <a:avLst/>
              <a:gdLst/>
              <a:ahLst/>
              <a:cxnLst/>
              <a:rect l="l" t="t" r="r" b="b"/>
              <a:pathLst>
                <a:path w="1523" h="1656" extrusionOk="0">
                  <a:moveTo>
                    <a:pt x="344" y="0"/>
                  </a:moveTo>
                  <a:cubicBezTo>
                    <a:pt x="0" y="556"/>
                    <a:pt x="133" y="1165"/>
                    <a:pt x="133" y="1165"/>
                  </a:cubicBezTo>
                  <a:cubicBezTo>
                    <a:pt x="295" y="1542"/>
                    <a:pt x="546" y="1656"/>
                    <a:pt x="791" y="1656"/>
                  </a:cubicBezTo>
                  <a:cubicBezTo>
                    <a:pt x="1165" y="1656"/>
                    <a:pt x="1522" y="1390"/>
                    <a:pt x="1522" y="1390"/>
                  </a:cubicBezTo>
                  <a:cubicBezTo>
                    <a:pt x="596" y="1112"/>
                    <a:pt x="344" y="0"/>
                    <a:pt x="3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6"/>
            <p:cNvSpPr/>
            <p:nvPr/>
          </p:nvSpPr>
          <p:spPr>
            <a:xfrm>
              <a:off x="8952997" y="3481105"/>
              <a:ext cx="53737" cy="58933"/>
            </a:xfrm>
            <a:custGeom>
              <a:avLst/>
              <a:gdLst/>
              <a:ahLst/>
              <a:cxnLst/>
              <a:rect l="l" t="t" r="r" b="b"/>
              <a:pathLst>
                <a:path w="1510" h="1656" extrusionOk="0">
                  <a:moveTo>
                    <a:pt x="709" y="0"/>
                  </a:moveTo>
                  <a:cubicBezTo>
                    <a:pt x="346" y="0"/>
                    <a:pt x="1" y="252"/>
                    <a:pt x="1" y="252"/>
                  </a:cubicBezTo>
                  <a:cubicBezTo>
                    <a:pt x="915" y="552"/>
                    <a:pt x="1159" y="1626"/>
                    <a:pt x="1153" y="1654"/>
                  </a:cubicBezTo>
                  <a:lnTo>
                    <a:pt x="1153" y="1654"/>
                  </a:lnTo>
                  <a:cubicBezTo>
                    <a:pt x="1510" y="1125"/>
                    <a:pt x="1377" y="517"/>
                    <a:pt x="1377" y="517"/>
                  </a:cubicBezTo>
                  <a:cubicBezTo>
                    <a:pt x="1216" y="119"/>
                    <a:pt x="958" y="0"/>
                    <a:pt x="709" y="0"/>
                  </a:cubicBezTo>
                  <a:close/>
                  <a:moveTo>
                    <a:pt x="1153" y="1654"/>
                  </a:moveTo>
                  <a:cubicBezTo>
                    <a:pt x="1153" y="1655"/>
                    <a:pt x="1153" y="1655"/>
                    <a:pt x="1152" y="1655"/>
                  </a:cubicBezTo>
                  <a:cubicBezTo>
                    <a:pt x="1153" y="1655"/>
                    <a:pt x="1153" y="1655"/>
                    <a:pt x="1153" y="16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6"/>
            <p:cNvSpPr/>
            <p:nvPr/>
          </p:nvSpPr>
          <p:spPr>
            <a:xfrm>
              <a:off x="8904954" y="3387865"/>
              <a:ext cx="37260" cy="80570"/>
            </a:xfrm>
            <a:custGeom>
              <a:avLst/>
              <a:gdLst/>
              <a:ahLst/>
              <a:cxnLst/>
              <a:rect l="l" t="t" r="r" b="b"/>
              <a:pathLst>
                <a:path w="1047" h="2264" extrusionOk="0">
                  <a:moveTo>
                    <a:pt x="583" y="0"/>
                  </a:moveTo>
                  <a:lnTo>
                    <a:pt x="583" y="0"/>
                  </a:lnTo>
                  <a:cubicBezTo>
                    <a:pt x="94" y="106"/>
                    <a:pt x="1" y="741"/>
                    <a:pt x="1" y="741"/>
                  </a:cubicBezTo>
                  <a:cubicBezTo>
                    <a:pt x="1" y="1932"/>
                    <a:pt x="1047" y="2263"/>
                    <a:pt x="1047" y="2263"/>
                  </a:cubicBezTo>
                  <a:cubicBezTo>
                    <a:pt x="398" y="1138"/>
                    <a:pt x="583" y="0"/>
                    <a:pt x="5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6"/>
            <p:cNvSpPr/>
            <p:nvPr/>
          </p:nvSpPr>
          <p:spPr>
            <a:xfrm>
              <a:off x="8949260" y="3496656"/>
              <a:ext cx="36762" cy="80570"/>
            </a:xfrm>
            <a:custGeom>
              <a:avLst/>
              <a:gdLst/>
              <a:ahLst/>
              <a:cxnLst/>
              <a:rect l="l" t="t" r="r" b="b"/>
              <a:pathLst>
                <a:path w="1033" h="2264" extrusionOk="0">
                  <a:moveTo>
                    <a:pt x="0" y="0"/>
                  </a:moveTo>
                  <a:lnTo>
                    <a:pt x="0" y="0"/>
                  </a:lnTo>
                  <a:cubicBezTo>
                    <a:pt x="632" y="1120"/>
                    <a:pt x="465" y="2253"/>
                    <a:pt x="437" y="2264"/>
                  </a:cubicBezTo>
                  <a:lnTo>
                    <a:pt x="437" y="2264"/>
                  </a:lnTo>
                  <a:cubicBezTo>
                    <a:pt x="927" y="2171"/>
                    <a:pt x="1019" y="1536"/>
                    <a:pt x="1019" y="1536"/>
                  </a:cubicBezTo>
                  <a:cubicBezTo>
                    <a:pt x="1032" y="345"/>
                    <a:pt x="0" y="0"/>
                    <a:pt x="0" y="0"/>
                  </a:cubicBezTo>
                  <a:close/>
                  <a:moveTo>
                    <a:pt x="437" y="2264"/>
                  </a:moveTo>
                  <a:cubicBezTo>
                    <a:pt x="437" y="2264"/>
                    <a:pt x="437" y="2264"/>
                    <a:pt x="437" y="2264"/>
                  </a:cubicBezTo>
                  <a:cubicBezTo>
                    <a:pt x="437" y="2264"/>
                    <a:pt x="437" y="2264"/>
                    <a:pt x="437" y="22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6"/>
            <p:cNvSpPr/>
            <p:nvPr/>
          </p:nvSpPr>
          <p:spPr>
            <a:xfrm>
              <a:off x="8932747" y="3458969"/>
              <a:ext cx="28292" cy="45267"/>
            </a:xfrm>
            <a:custGeom>
              <a:avLst/>
              <a:gdLst/>
              <a:ahLst/>
              <a:cxnLst/>
              <a:rect l="l" t="t" r="r" b="b"/>
              <a:pathLst>
                <a:path w="795" h="1272" extrusionOk="0">
                  <a:moveTo>
                    <a:pt x="383" y="0"/>
                  </a:moveTo>
                  <a:cubicBezTo>
                    <a:pt x="165" y="0"/>
                    <a:pt x="1" y="286"/>
                    <a:pt x="1" y="623"/>
                  </a:cubicBezTo>
                  <a:cubicBezTo>
                    <a:pt x="1" y="980"/>
                    <a:pt x="160" y="1271"/>
                    <a:pt x="371" y="1271"/>
                  </a:cubicBezTo>
                  <a:cubicBezTo>
                    <a:pt x="376" y="1271"/>
                    <a:pt x="381" y="1272"/>
                    <a:pt x="386" y="1272"/>
                  </a:cubicBezTo>
                  <a:cubicBezTo>
                    <a:pt x="604" y="1272"/>
                    <a:pt x="768" y="986"/>
                    <a:pt x="768" y="649"/>
                  </a:cubicBezTo>
                  <a:cubicBezTo>
                    <a:pt x="795" y="292"/>
                    <a:pt x="623" y="14"/>
                    <a:pt x="398" y="1"/>
                  </a:cubicBezTo>
                  <a:cubicBezTo>
                    <a:pt x="393" y="0"/>
                    <a:pt x="388" y="0"/>
                    <a:pt x="3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6"/>
            <p:cNvSpPr/>
            <p:nvPr/>
          </p:nvSpPr>
          <p:spPr>
            <a:xfrm>
              <a:off x="7540920" y="3033948"/>
              <a:ext cx="1534604" cy="639828"/>
            </a:xfrm>
            <a:custGeom>
              <a:avLst/>
              <a:gdLst/>
              <a:ahLst/>
              <a:cxnLst/>
              <a:rect l="l" t="t" r="r" b="b"/>
              <a:pathLst>
                <a:path w="43122" h="17979" extrusionOk="0">
                  <a:moveTo>
                    <a:pt x="26030" y="1"/>
                  </a:moveTo>
                  <a:cubicBezTo>
                    <a:pt x="22725" y="1"/>
                    <a:pt x="19281" y="193"/>
                    <a:pt x="17233" y="588"/>
                  </a:cubicBezTo>
                  <a:cubicBezTo>
                    <a:pt x="16253" y="839"/>
                    <a:pt x="15658" y="1130"/>
                    <a:pt x="13448" y="2308"/>
                  </a:cubicBezTo>
                  <a:cubicBezTo>
                    <a:pt x="11224" y="3486"/>
                    <a:pt x="9411" y="5207"/>
                    <a:pt x="8709" y="5604"/>
                  </a:cubicBezTo>
                  <a:cubicBezTo>
                    <a:pt x="6459" y="6464"/>
                    <a:pt x="4659" y="7113"/>
                    <a:pt x="3283" y="7933"/>
                  </a:cubicBezTo>
                  <a:cubicBezTo>
                    <a:pt x="3243" y="7973"/>
                    <a:pt x="3203" y="7986"/>
                    <a:pt x="3151" y="8013"/>
                  </a:cubicBezTo>
                  <a:cubicBezTo>
                    <a:pt x="2873" y="8198"/>
                    <a:pt x="2595" y="8383"/>
                    <a:pt x="2343" y="8595"/>
                  </a:cubicBezTo>
                  <a:cubicBezTo>
                    <a:pt x="1403" y="9389"/>
                    <a:pt x="742" y="10382"/>
                    <a:pt x="358" y="11824"/>
                  </a:cubicBezTo>
                  <a:cubicBezTo>
                    <a:pt x="331" y="11970"/>
                    <a:pt x="292" y="12116"/>
                    <a:pt x="265" y="12288"/>
                  </a:cubicBezTo>
                  <a:cubicBezTo>
                    <a:pt x="239" y="12341"/>
                    <a:pt x="226" y="12367"/>
                    <a:pt x="226" y="12420"/>
                  </a:cubicBezTo>
                  <a:cubicBezTo>
                    <a:pt x="212" y="12499"/>
                    <a:pt x="199" y="12605"/>
                    <a:pt x="173" y="12685"/>
                  </a:cubicBezTo>
                  <a:cubicBezTo>
                    <a:pt x="80" y="13280"/>
                    <a:pt x="14" y="13942"/>
                    <a:pt x="1" y="14683"/>
                  </a:cubicBezTo>
                  <a:lnTo>
                    <a:pt x="1" y="15464"/>
                  </a:lnTo>
                  <a:cubicBezTo>
                    <a:pt x="1" y="15676"/>
                    <a:pt x="14" y="15901"/>
                    <a:pt x="14" y="16126"/>
                  </a:cubicBezTo>
                  <a:cubicBezTo>
                    <a:pt x="1930" y="17544"/>
                    <a:pt x="8838" y="17776"/>
                    <a:pt x="13416" y="17776"/>
                  </a:cubicBezTo>
                  <a:cubicBezTo>
                    <a:pt x="15163" y="17776"/>
                    <a:pt x="16571" y="17742"/>
                    <a:pt x="17233" y="17727"/>
                  </a:cubicBezTo>
                  <a:cubicBezTo>
                    <a:pt x="19351" y="17436"/>
                    <a:pt x="19099" y="17979"/>
                    <a:pt x="19748" y="15319"/>
                  </a:cubicBezTo>
                  <a:cubicBezTo>
                    <a:pt x="20383" y="12645"/>
                    <a:pt x="21415" y="10183"/>
                    <a:pt x="23493" y="10038"/>
                  </a:cubicBezTo>
                  <a:cubicBezTo>
                    <a:pt x="23568" y="10032"/>
                    <a:pt x="23641" y="10030"/>
                    <a:pt x="23712" y="10030"/>
                  </a:cubicBezTo>
                  <a:cubicBezTo>
                    <a:pt x="26928" y="10030"/>
                    <a:pt x="25914" y="15494"/>
                    <a:pt x="27080" y="16258"/>
                  </a:cubicBezTo>
                  <a:cubicBezTo>
                    <a:pt x="27093" y="16271"/>
                    <a:pt x="27106" y="16271"/>
                    <a:pt x="27133" y="16285"/>
                  </a:cubicBezTo>
                  <a:cubicBezTo>
                    <a:pt x="27146" y="16285"/>
                    <a:pt x="27173" y="16311"/>
                    <a:pt x="27212" y="16311"/>
                  </a:cubicBezTo>
                  <a:cubicBezTo>
                    <a:pt x="27250" y="16315"/>
                    <a:pt x="27299" y="16317"/>
                    <a:pt x="27358" y="16317"/>
                  </a:cubicBezTo>
                  <a:cubicBezTo>
                    <a:pt x="28130" y="16317"/>
                    <a:pt x="30655" y="16006"/>
                    <a:pt x="32917" y="15649"/>
                  </a:cubicBezTo>
                  <a:cubicBezTo>
                    <a:pt x="32970" y="15649"/>
                    <a:pt x="33023" y="15623"/>
                    <a:pt x="33062" y="15623"/>
                  </a:cubicBezTo>
                  <a:cubicBezTo>
                    <a:pt x="35048" y="15319"/>
                    <a:pt x="36768" y="14988"/>
                    <a:pt x="36834" y="14816"/>
                  </a:cubicBezTo>
                  <a:cubicBezTo>
                    <a:pt x="36993" y="14419"/>
                    <a:pt x="36636" y="9310"/>
                    <a:pt x="39111" y="8622"/>
                  </a:cubicBezTo>
                  <a:cubicBezTo>
                    <a:pt x="39137" y="8595"/>
                    <a:pt x="39190" y="8595"/>
                    <a:pt x="39217" y="8582"/>
                  </a:cubicBezTo>
                  <a:cubicBezTo>
                    <a:pt x="39270" y="8569"/>
                    <a:pt x="39309" y="8569"/>
                    <a:pt x="39349" y="8555"/>
                  </a:cubicBezTo>
                  <a:cubicBezTo>
                    <a:pt x="39538" y="8517"/>
                    <a:pt x="39717" y="8498"/>
                    <a:pt x="39884" y="8498"/>
                  </a:cubicBezTo>
                  <a:cubicBezTo>
                    <a:pt x="40289" y="8498"/>
                    <a:pt x="40630" y="8606"/>
                    <a:pt x="40911" y="8794"/>
                  </a:cubicBezTo>
                  <a:cubicBezTo>
                    <a:pt x="40937" y="8833"/>
                    <a:pt x="40977" y="8847"/>
                    <a:pt x="41003" y="8886"/>
                  </a:cubicBezTo>
                  <a:cubicBezTo>
                    <a:pt x="42393" y="9958"/>
                    <a:pt x="42353" y="13002"/>
                    <a:pt x="42353" y="13889"/>
                  </a:cubicBezTo>
                  <a:cubicBezTo>
                    <a:pt x="42353" y="13942"/>
                    <a:pt x="42372" y="13963"/>
                    <a:pt x="42404" y="13963"/>
                  </a:cubicBezTo>
                  <a:cubicBezTo>
                    <a:pt x="42523" y="13963"/>
                    <a:pt x="42830" y="13658"/>
                    <a:pt x="43028" y="13585"/>
                  </a:cubicBezTo>
                  <a:lnTo>
                    <a:pt x="43042" y="13585"/>
                  </a:lnTo>
                  <a:cubicBezTo>
                    <a:pt x="43095" y="13479"/>
                    <a:pt x="43121" y="13320"/>
                    <a:pt x="43121" y="13069"/>
                  </a:cubicBezTo>
                  <a:cubicBezTo>
                    <a:pt x="43121" y="12883"/>
                    <a:pt x="43121" y="12685"/>
                    <a:pt x="43081" y="12420"/>
                  </a:cubicBezTo>
                  <a:cubicBezTo>
                    <a:pt x="42883" y="10607"/>
                    <a:pt x="42578" y="8966"/>
                    <a:pt x="42115" y="7523"/>
                  </a:cubicBezTo>
                  <a:cubicBezTo>
                    <a:pt x="42102" y="7444"/>
                    <a:pt x="42062" y="7338"/>
                    <a:pt x="42036" y="7258"/>
                  </a:cubicBezTo>
                  <a:cubicBezTo>
                    <a:pt x="42023" y="7192"/>
                    <a:pt x="41996" y="7139"/>
                    <a:pt x="41983" y="7086"/>
                  </a:cubicBezTo>
                  <a:cubicBezTo>
                    <a:pt x="41771" y="6451"/>
                    <a:pt x="41506" y="5855"/>
                    <a:pt x="41202" y="5286"/>
                  </a:cubicBezTo>
                  <a:cubicBezTo>
                    <a:pt x="39521" y="2163"/>
                    <a:pt x="36556" y="389"/>
                    <a:pt x="31315" y="191"/>
                  </a:cubicBezTo>
                  <a:cubicBezTo>
                    <a:pt x="29795" y="65"/>
                    <a:pt x="27936" y="1"/>
                    <a:pt x="260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6"/>
            <p:cNvSpPr/>
            <p:nvPr/>
          </p:nvSpPr>
          <p:spPr>
            <a:xfrm>
              <a:off x="8425483" y="3269146"/>
              <a:ext cx="484239" cy="98898"/>
            </a:xfrm>
            <a:custGeom>
              <a:avLst/>
              <a:gdLst/>
              <a:ahLst/>
              <a:cxnLst/>
              <a:rect l="l" t="t" r="r" b="b"/>
              <a:pathLst>
                <a:path w="13607" h="2779" extrusionOk="0">
                  <a:moveTo>
                    <a:pt x="13606" y="1"/>
                  </a:moveTo>
                  <a:cubicBezTo>
                    <a:pt x="13606" y="1"/>
                    <a:pt x="12230" y="927"/>
                    <a:pt x="11383" y="1285"/>
                  </a:cubicBezTo>
                  <a:cubicBezTo>
                    <a:pt x="10549" y="1629"/>
                    <a:pt x="8127" y="2079"/>
                    <a:pt x="4395" y="2118"/>
                  </a:cubicBezTo>
                  <a:cubicBezTo>
                    <a:pt x="4082" y="2123"/>
                    <a:pt x="3792" y="2125"/>
                    <a:pt x="3521" y="2125"/>
                  </a:cubicBezTo>
                  <a:cubicBezTo>
                    <a:pt x="546" y="2125"/>
                    <a:pt x="1" y="1880"/>
                    <a:pt x="0" y="1880"/>
                  </a:cubicBezTo>
                  <a:lnTo>
                    <a:pt x="0" y="1880"/>
                  </a:lnTo>
                  <a:cubicBezTo>
                    <a:pt x="282" y="2199"/>
                    <a:pt x="2879" y="2778"/>
                    <a:pt x="6782" y="2778"/>
                  </a:cubicBezTo>
                  <a:cubicBezTo>
                    <a:pt x="7095" y="2778"/>
                    <a:pt x="7415" y="2775"/>
                    <a:pt x="7743" y="2767"/>
                  </a:cubicBezTo>
                  <a:cubicBezTo>
                    <a:pt x="12177" y="2674"/>
                    <a:pt x="13606" y="1"/>
                    <a:pt x="13606" y="1"/>
                  </a:cubicBezTo>
                  <a:close/>
                </a:path>
              </a:pathLst>
            </a:custGeom>
            <a:solidFill>
              <a:srgbClr val="FFFFFF">
                <a:alpha val="4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6"/>
            <p:cNvSpPr/>
            <p:nvPr/>
          </p:nvSpPr>
          <p:spPr>
            <a:xfrm>
              <a:off x="8565840" y="3482991"/>
              <a:ext cx="217155" cy="37189"/>
            </a:xfrm>
            <a:custGeom>
              <a:avLst/>
              <a:gdLst/>
              <a:ahLst/>
              <a:cxnLst/>
              <a:rect l="l" t="t" r="r" b="b"/>
              <a:pathLst>
                <a:path w="6102" h="1045" extrusionOk="0">
                  <a:moveTo>
                    <a:pt x="6102" y="1"/>
                  </a:moveTo>
                  <a:cubicBezTo>
                    <a:pt x="4924" y="795"/>
                    <a:pt x="1" y="848"/>
                    <a:pt x="1" y="848"/>
                  </a:cubicBezTo>
                  <a:cubicBezTo>
                    <a:pt x="1027" y="988"/>
                    <a:pt x="1884" y="1045"/>
                    <a:pt x="2598" y="1045"/>
                  </a:cubicBezTo>
                  <a:cubicBezTo>
                    <a:pt x="5658" y="1045"/>
                    <a:pt x="6102" y="1"/>
                    <a:pt x="6102" y="1"/>
                  </a:cubicBezTo>
                  <a:close/>
                </a:path>
              </a:pathLst>
            </a:custGeom>
            <a:solidFill>
              <a:srgbClr val="FFFFFF">
                <a:alpha val="4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6"/>
            <p:cNvSpPr/>
            <p:nvPr/>
          </p:nvSpPr>
          <p:spPr>
            <a:xfrm>
              <a:off x="7920568" y="3346726"/>
              <a:ext cx="384381" cy="114165"/>
            </a:xfrm>
            <a:custGeom>
              <a:avLst/>
              <a:gdLst/>
              <a:ahLst/>
              <a:cxnLst/>
              <a:rect l="l" t="t" r="r" b="b"/>
              <a:pathLst>
                <a:path w="10801" h="3208" extrusionOk="0">
                  <a:moveTo>
                    <a:pt x="10516" y="1"/>
                  </a:moveTo>
                  <a:cubicBezTo>
                    <a:pt x="9727" y="1"/>
                    <a:pt x="7122" y="405"/>
                    <a:pt x="5877" y="494"/>
                  </a:cubicBezTo>
                  <a:cubicBezTo>
                    <a:pt x="4381" y="587"/>
                    <a:pt x="0" y="1315"/>
                    <a:pt x="741" y="2255"/>
                  </a:cubicBezTo>
                  <a:cubicBezTo>
                    <a:pt x="1483" y="3207"/>
                    <a:pt x="5427" y="3207"/>
                    <a:pt x="5427" y="3207"/>
                  </a:cubicBezTo>
                  <a:cubicBezTo>
                    <a:pt x="6909" y="3155"/>
                    <a:pt x="7399" y="2652"/>
                    <a:pt x="8630" y="1857"/>
                  </a:cubicBezTo>
                  <a:cubicBezTo>
                    <a:pt x="9583" y="1262"/>
                    <a:pt x="10800" y="243"/>
                    <a:pt x="10747" y="44"/>
                  </a:cubicBezTo>
                  <a:cubicBezTo>
                    <a:pt x="10741" y="14"/>
                    <a:pt x="10658" y="1"/>
                    <a:pt x="105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6"/>
            <p:cNvSpPr/>
            <p:nvPr/>
          </p:nvSpPr>
          <p:spPr>
            <a:xfrm>
              <a:off x="7553625" y="3341210"/>
              <a:ext cx="114983" cy="115090"/>
            </a:xfrm>
            <a:custGeom>
              <a:avLst/>
              <a:gdLst/>
              <a:ahLst/>
              <a:cxnLst/>
              <a:rect l="l" t="t" r="r" b="b"/>
              <a:pathLst>
                <a:path w="3231" h="3234" extrusionOk="0">
                  <a:moveTo>
                    <a:pt x="1986" y="1"/>
                  </a:moveTo>
                  <a:cubicBezTo>
                    <a:pt x="1867" y="93"/>
                    <a:pt x="1761" y="213"/>
                    <a:pt x="1642" y="318"/>
                  </a:cubicBezTo>
                  <a:cubicBezTo>
                    <a:pt x="1536" y="398"/>
                    <a:pt x="1457" y="477"/>
                    <a:pt x="1377" y="583"/>
                  </a:cubicBezTo>
                  <a:cubicBezTo>
                    <a:pt x="742" y="1271"/>
                    <a:pt x="279" y="2118"/>
                    <a:pt x="1" y="3230"/>
                  </a:cubicBezTo>
                  <a:cubicBezTo>
                    <a:pt x="34" y="3232"/>
                    <a:pt x="69" y="3233"/>
                    <a:pt x="104" y="3233"/>
                  </a:cubicBezTo>
                  <a:cubicBezTo>
                    <a:pt x="1146" y="3233"/>
                    <a:pt x="2970" y="2318"/>
                    <a:pt x="3085" y="1973"/>
                  </a:cubicBezTo>
                  <a:cubicBezTo>
                    <a:pt x="3230" y="1523"/>
                    <a:pt x="2926" y="1443"/>
                    <a:pt x="2476" y="848"/>
                  </a:cubicBezTo>
                  <a:cubicBezTo>
                    <a:pt x="2304" y="596"/>
                    <a:pt x="2132" y="279"/>
                    <a:pt x="19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6"/>
            <p:cNvSpPr/>
            <p:nvPr/>
          </p:nvSpPr>
          <p:spPr>
            <a:xfrm>
              <a:off x="7911600" y="3317651"/>
              <a:ext cx="425840" cy="162564"/>
            </a:xfrm>
            <a:custGeom>
              <a:avLst/>
              <a:gdLst/>
              <a:ahLst/>
              <a:cxnLst/>
              <a:rect l="l" t="t" r="r" b="b"/>
              <a:pathLst>
                <a:path w="11966" h="4568" extrusionOk="0">
                  <a:moveTo>
                    <a:pt x="11714" y="1"/>
                  </a:moveTo>
                  <a:lnTo>
                    <a:pt x="11595" y="41"/>
                  </a:lnTo>
                  <a:cubicBezTo>
                    <a:pt x="11595" y="41"/>
                    <a:pt x="11595" y="67"/>
                    <a:pt x="11621" y="94"/>
                  </a:cubicBezTo>
                  <a:cubicBezTo>
                    <a:pt x="11661" y="279"/>
                    <a:pt x="11820" y="848"/>
                    <a:pt x="11555" y="1272"/>
                  </a:cubicBezTo>
                  <a:cubicBezTo>
                    <a:pt x="11237" y="1788"/>
                    <a:pt x="8670" y="3535"/>
                    <a:pt x="7743" y="3958"/>
                  </a:cubicBezTo>
                  <a:cubicBezTo>
                    <a:pt x="7162" y="4216"/>
                    <a:pt x="6487" y="4452"/>
                    <a:pt x="5326" y="4452"/>
                  </a:cubicBezTo>
                  <a:cubicBezTo>
                    <a:pt x="4636" y="4452"/>
                    <a:pt x="3775" y="4369"/>
                    <a:pt x="2661" y="4157"/>
                  </a:cubicBezTo>
                  <a:cubicBezTo>
                    <a:pt x="2330" y="4077"/>
                    <a:pt x="2039" y="4011"/>
                    <a:pt x="1787" y="3932"/>
                  </a:cubicBezTo>
                  <a:cubicBezTo>
                    <a:pt x="1721" y="3919"/>
                    <a:pt x="1668" y="3892"/>
                    <a:pt x="1602" y="3866"/>
                  </a:cubicBezTo>
                  <a:cubicBezTo>
                    <a:pt x="782" y="3588"/>
                    <a:pt x="437" y="3244"/>
                    <a:pt x="305" y="2979"/>
                  </a:cubicBezTo>
                  <a:cubicBezTo>
                    <a:pt x="133" y="2648"/>
                    <a:pt x="252" y="2397"/>
                    <a:pt x="252" y="2383"/>
                  </a:cubicBezTo>
                  <a:lnTo>
                    <a:pt x="186" y="2344"/>
                  </a:lnTo>
                  <a:lnTo>
                    <a:pt x="120" y="2317"/>
                  </a:lnTo>
                  <a:cubicBezTo>
                    <a:pt x="120" y="2330"/>
                    <a:pt x="107" y="2330"/>
                    <a:pt x="107" y="2344"/>
                  </a:cubicBezTo>
                  <a:cubicBezTo>
                    <a:pt x="67" y="2436"/>
                    <a:pt x="1" y="2701"/>
                    <a:pt x="173" y="3032"/>
                  </a:cubicBezTo>
                  <a:cubicBezTo>
                    <a:pt x="371" y="3389"/>
                    <a:pt x="782" y="3707"/>
                    <a:pt x="1404" y="3932"/>
                  </a:cubicBezTo>
                  <a:cubicBezTo>
                    <a:pt x="1457" y="3958"/>
                    <a:pt x="1523" y="3985"/>
                    <a:pt x="1589" y="3998"/>
                  </a:cubicBezTo>
                  <a:cubicBezTo>
                    <a:pt x="1907" y="4104"/>
                    <a:pt x="2251" y="4183"/>
                    <a:pt x="2635" y="4263"/>
                  </a:cubicBezTo>
                  <a:cubicBezTo>
                    <a:pt x="3746" y="4488"/>
                    <a:pt x="4620" y="4567"/>
                    <a:pt x="5308" y="4567"/>
                  </a:cubicBezTo>
                  <a:cubicBezTo>
                    <a:pt x="6499" y="4567"/>
                    <a:pt x="7201" y="4316"/>
                    <a:pt x="7783" y="4064"/>
                  </a:cubicBezTo>
                  <a:cubicBezTo>
                    <a:pt x="8643" y="3694"/>
                    <a:pt x="11290" y="1907"/>
                    <a:pt x="11648" y="1338"/>
                  </a:cubicBezTo>
                  <a:cubicBezTo>
                    <a:pt x="11965" y="822"/>
                    <a:pt x="11767" y="160"/>
                    <a:pt x="11727" y="27"/>
                  </a:cubicBezTo>
                  <a:cubicBezTo>
                    <a:pt x="11714" y="14"/>
                    <a:pt x="11714" y="1"/>
                    <a:pt x="11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6"/>
            <p:cNvSpPr/>
            <p:nvPr/>
          </p:nvSpPr>
          <p:spPr>
            <a:xfrm>
              <a:off x="7549390" y="3386905"/>
              <a:ext cx="149823" cy="90926"/>
            </a:xfrm>
            <a:custGeom>
              <a:avLst/>
              <a:gdLst/>
              <a:ahLst/>
              <a:cxnLst/>
              <a:rect l="l" t="t" r="r" b="b"/>
              <a:pathLst>
                <a:path w="4210" h="2555" extrusionOk="0">
                  <a:moveTo>
                    <a:pt x="4210" y="1"/>
                  </a:moveTo>
                  <a:lnTo>
                    <a:pt x="4104" y="27"/>
                  </a:lnTo>
                  <a:lnTo>
                    <a:pt x="4104" y="67"/>
                  </a:lnTo>
                  <a:cubicBezTo>
                    <a:pt x="4077" y="239"/>
                    <a:pt x="3892" y="781"/>
                    <a:pt x="3045" y="1456"/>
                  </a:cubicBezTo>
                  <a:cubicBezTo>
                    <a:pt x="2965" y="1509"/>
                    <a:pt x="2899" y="1576"/>
                    <a:pt x="2820" y="1628"/>
                  </a:cubicBezTo>
                  <a:cubicBezTo>
                    <a:pt x="2780" y="1642"/>
                    <a:pt x="2740" y="1681"/>
                    <a:pt x="2701" y="1695"/>
                  </a:cubicBezTo>
                  <a:cubicBezTo>
                    <a:pt x="1748" y="2290"/>
                    <a:pt x="623" y="2396"/>
                    <a:pt x="40" y="2423"/>
                  </a:cubicBezTo>
                  <a:cubicBezTo>
                    <a:pt x="27" y="2476"/>
                    <a:pt x="1" y="2502"/>
                    <a:pt x="1" y="2555"/>
                  </a:cubicBezTo>
                  <a:cubicBezTo>
                    <a:pt x="596" y="2542"/>
                    <a:pt x="1788" y="2423"/>
                    <a:pt x="2780" y="1774"/>
                  </a:cubicBezTo>
                  <a:cubicBezTo>
                    <a:pt x="2833" y="1748"/>
                    <a:pt x="2873" y="1721"/>
                    <a:pt x="2899" y="1695"/>
                  </a:cubicBezTo>
                  <a:cubicBezTo>
                    <a:pt x="2979" y="1642"/>
                    <a:pt x="3045" y="1576"/>
                    <a:pt x="3111" y="1523"/>
                  </a:cubicBezTo>
                  <a:cubicBezTo>
                    <a:pt x="3998" y="795"/>
                    <a:pt x="4170" y="239"/>
                    <a:pt x="4210" y="53"/>
                  </a:cubicBezTo>
                  <a:lnTo>
                    <a:pt x="42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6"/>
            <p:cNvSpPr/>
            <p:nvPr/>
          </p:nvSpPr>
          <p:spPr>
            <a:xfrm>
              <a:off x="7653021" y="3256441"/>
              <a:ext cx="712213" cy="144628"/>
            </a:xfrm>
            <a:custGeom>
              <a:avLst/>
              <a:gdLst/>
              <a:ahLst/>
              <a:cxnLst/>
              <a:rect l="l" t="t" r="r" b="b"/>
              <a:pathLst>
                <a:path w="20013" h="4064" extrusionOk="0">
                  <a:moveTo>
                    <a:pt x="19867" y="0"/>
                  </a:moveTo>
                  <a:cubicBezTo>
                    <a:pt x="19867" y="14"/>
                    <a:pt x="19655" y="1734"/>
                    <a:pt x="18001" y="1959"/>
                  </a:cubicBezTo>
                  <a:cubicBezTo>
                    <a:pt x="17101" y="2092"/>
                    <a:pt x="15843" y="2250"/>
                    <a:pt x="14612" y="2396"/>
                  </a:cubicBezTo>
                  <a:cubicBezTo>
                    <a:pt x="13487" y="2528"/>
                    <a:pt x="12415" y="2661"/>
                    <a:pt x="11648" y="2753"/>
                  </a:cubicBezTo>
                  <a:cubicBezTo>
                    <a:pt x="11012" y="2859"/>
                    <a:pt x="10298" y="3124"/>
                    <a:pt x="9609" y="3375"/>
                  </a:cubicBezTo>
                  <a:cubicBezTo>
                    <a:pt x="8828" y="3667"/>
                    <a:pt x="8061" y="3944"/>
                    <a:pt x="7426" y="3944"/>
                  </a:cubicBezTo>
                  <a:cubicBezTo>
                    <a:pt x="6856" y="3944"/>
                    <a:pt x="1761" y="3786"/>
                    <a:pt x="848" y="3508"/>
                  </a:cubicBezTo>
                  <a:cubicBezTo>
                    <a:pt x="239" y="3309"/>
                    <a:pt x="133" y="2290"/>
                    <a:pt x="133" y="1721"/>
                  </a:cubicBezTo>
                  <a:cubicBezTo>
                    <a:pt x="80" y="1747"/>
                    <a:pt x="53" y="1761"/>
                    <a:pt x="1" y="1800"/>
                  </a:cubicBezTo>
                  <a:cubicBezTo>
                    <a:pt x="1" y="2409"/>
                    <a:pt x="120" y="3402"/>
                    <a:pt x="795" y="3614"/>
                  </a:cubicBezTo>
                  <a:cubicBezTo>
                    <a:pt x="874" y="3653"/>
                    <a:pt x="993" y="3680"/>
                    <a:pt x="1139" y="3706"/>
                  </a:cubicBezTo>
                  <a:cubicBezTo>
                    <a:pt x="1192" y="3706"/>
                    <a:pt x="1231" y="3719"/>
                    <a:pt x="1271" y="3719"/>
                  </a:cubicBezTo>
                  <a:cubicBezTo>
                    <a:pt x="2833" y="3958"/>
                    <a:pt x="6737" y="4050"/>
                    <a:pt x="7359" y="4064"/>
                  </a:cubicBezTo>
                  <a:lnTo>
                    <a:pt x="7426" y="4064"/>
                  </a:lnTo>
                  <a:cubicBezTo>
                    <a:pt x="8087" y="4064"/>
                    <a:pt x="8855" y="3786"/>
                    <a:pt x="9662" y="3495"/>
                  </a:cubicBezTo>
                  <a:cubicBezTo>
                    <a:pt x="10351" y="3243"/>
                    <a:pt x="11039" y="2978"/>
                    <a:pt x="11687" y="2899"/>
                  </a:cubicBezTo>
                  <a:cubicBezTo>
                    <a:pt x="12468" y="2793"/>
                    <a:pt x="13527" y="2661"/>
                    <a:pt x="14652" y="2528"/>
                  </a:cubicBezTo>
                  <a:cubicBezTo>
                    <a:pt x="15870" y="2383"/>
                    <a:pt x="17127" y="2237"/>
                    <a:pt x="18040" y="2092"/>
                  </a:cubicBezTo>
                  <a:cubicBezTo>
                    <a:pt x="18358" y="2052"/>
                    <a:pt x="18636" y="1946"/>
                    <a:pt x="18861" y="1814"/>
                  </a:cubicBezTo>
                  <a:cubicBezTo>
                    <a:pt x="18914" y="1800"/>
                    <a:pt x="18953" y="1787"/>
                    <a:pt x="18980" y="1747"/>
                  </a:cubicBezTo>
                  <a:cubicBezTo>
                    <a:pt x="19880" y="1152"/>
                    <a:pt x="20012" y="53"/>
                    <a:pt x="20012" y="27"/>
                  </a:cubicBezTo>
                  <a:lnTo>
                    <a:pt x="19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6"/>
            <p:cNvSpPr/>
            <p:nvPr/>
          </p:nvSpPr>
          <p:spPr>
            <a:xfrm>
              <a:off x="7644551" y="3444378"/>
              <a:ext cx="330216" cy="50427"/>
            </a:xfrm>
            <a:custGeom>
              <a:avLst/>
              <a:gdLst/>
              <a:ahLst/>
              <a:cxnLst/>
              <a:rect l="l" t="t" r="r" b="b"/>
              <a:pathLst>
                <a:path w="9279" h="1417" extrusionOk="0">
                  <a:moveTo>
                    <a:pt x="106" y="0"/>
                  </a:moveTo>
                  <a:cubicBezTo>
                    <a:pt x="80" y="13"/>
                    <a:pt x="27" y="40"/>
                    <a:pt x="0" y="66"/>
                  </a:cubicBezTo>
                  <a:lnTo>
                    <a:pt x="93" y="159"/>
                  </a:lnTo>
                  <a:cubicBezTo>
                    <a:pt x="106" y="172"/>
                    <a:pt x="146" y="199"/>
                    <a:pt x="159" y="212"/>
                  </a:cubicBezTo>
                  <a:cubicBezTo>
                    <a:pt x="662" y="636"/>
                    <a:pt x="1615" y="1191"/>
                    <a:pt x="3336" y="1363"/>
                  </a:cubicBezTo>
                  <a:cubicBezTo>
                    <a:pt x="3666" y="1403"/>
                    <a:pt x="4011" y="1416"/>
                    <a:pt x="4341" y="1416"/>
                  </a:cubicBezTo>
                  <a:cubicBezTo>
                    <a:pt x="6419" y="1416"/>
                    <a:pt x="8233" y="808"/>
                    <a:pt x="9093" y="463"/>
                  </a:cubicBezTo>
                  <a:cubicBezTo>
                    <a:pt x="9159" y="424"/>
                    <a:pt x="9225" y="397"/>
                    <a:pt x="9278" y="371"/>
                  </a:cubicBezTo>
                  <a:cubicBezTo>
                    <a:pt x="9212" y="344"/>
                    <a:pt x="9146" y="331"/>
                    <a:pt x="9093" y="305"/>
                  </a:cubicBezTo>
                  <a:cubicBezTo>
                    <a:pt x="9040" y="318"/>
                    <a:pt x="8974" y="344"/>
                    <a:pt x="8908" y="371"/>
                  </a:cubicBezTo>
                  <a:cubicBezTo>
                    <a:pt x="8006" y="720"/>
                    <a:pt x="6306" y="1272"/>
                    <a:pt x="4374" y="1272"/>
                  </a:cubicBezTo>
                  <a:cubicBezTo>
                    <a:pt x="4038" y="1272"/>
                    <a:pt x="3696" y="1255"/>
                    <a:pt x="3349" y="1218"/>
                  </a:cubicBezTo>
                  <a:cubicBezTo>
                    <a:pt x="1668" y="1059"/>
                    <a:pt x="741" y="530"/>
                    <a:pt x="265" y="106"/>
                  </a:cubicBezTo>
                  <a:cubicBezTo>
                    <a:pt x="239" y="106"/>
                    <a:pt x="225" y="93"/>
                    <a:pt x="212" y="80"/>
                  </a:cubicBezTo>
                  <a:cubicBezTo>
                    <a:pt x="172" y="66"/>
                    <a:pt x="146" y="27"/>
                    <a:pt x="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6"/>
            <p:cNvSpPr/>
            <p:nvPr/>
          </p:nvSpPr>
          <p:spPr>
            <a:xfrm>
              <a:off x="8446195" y="3259252"/>
              <a:ext cx="70712" cy="356124"/>
            </a:xfrm>
            <a:custGeom>
              <a:avLst/>
              <a:gdLst/>
              <a:ahLst/>
              <a:cxnLst/>
              <a:rect l="l" t="t" r="r" b="b"/>
              <a:pathLst>
                <a:path w="1987" h="10007" extrusionOk="0">
                  <a:moveTo>
                    <a:pt x="120" y="1"/>
                  </a:moveTo>
                  <a:lnTo>
                    <a:pt x="1" y="67"/>
                  </a:lnTo>
                  <a:cubicBezTo>
                    <a:pt x="1" y="80"/>
                    <a:pt x="530" y="993"/>
                    <a:pt x="993" y="2688"/>
                  </a:cubicBezTo>
                  <a:cubicBezTo>
                    <a:pt x="1404" y="4210"/>
                    <a:pt x="1854" y="6698"/>
                    <a:pt x="1642" y="9967"/>
                  </a:cubicBezTo>
                  <a:cubicBezTo>
                    <a:pt x="1655" y="9980"/>
                    <a:pt x="1668" y="9980"/>
                    <a:pt x="1695" y="9993"/>
                  </a:cubicBezTo>
                  <a:cubicBezTo>
                    <a:pt x="1708" y="9993"/>
                    <a:pt x="1735" y="10007"/>
                    <a:pt x="1774" y="10007"/>
                  </a:cubicBezTo>
                  <a:cubicBezTo>
                    <a:pt x="1986" y="6698"/>
                    <a:pt x="1536" y="4183"/>
                    <a:pt x="1126" y="2635"/>
                  </a:cubicBezTo>
                  <a:cubicBezTo>
                    <a:pt x="663" y="927"/>
                    <a:pt x="120" y="14"/>
                    <a:pt x="1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6"/>
            <p:cNvSpPr/>
            <p:nvPr/>
          </p:nvSpPr>
          <p:spPr>
            <a:xfrm>
              <a:off x="8693493" y="3237117"/>
              <a:ext cx="47118" cy="354238"/>
            </a:xfrm>
            <a:custGeom>
              <a:avLst/>
              <a:gdLst/>
              <a:ahLst/>
              <a:cxnLst/>
              <a:rect l="l" t="t" r="r" b="b"/>
              <a:pathLst>
                <a:path w="1324" h="9954" extrusionOk="0">
                  <a:moveTo>
                    <a:pt x="133" y="1"/>
                  </a:moveTo>
                  <a:lnTo>
                    <a:pt x="0" y="27"/>
                  </a:lnTo>
                  <a:cubicBezTo>
                    <a:pt x="0" y="40"/>
                    <a:pt x="477" y="1655"/>
                    <a:pt x="781" y="3707"/>
                  </a:cubicBezTo>
                  <a:cubicBezTo>
                    <a:pt x="1033" y="5507"/>
                    <a:pt x="1191" y="8035"/>
                    <a:pt x="530" y="9954"/>
                  </a:cubicBezTo>
                  <a:cubicBezTo>
                    <a:pt x="583" y="9954"/>
                    <a:pt x="636" y="9940"/>
                    <a:pt x="675" y="9940"/>
                  </a:cubicBezTo>
                  <a:cubicBezTo>
                    <a:pt x="1324" y="8008"/>
                    <a:pt x="1165" y="5493"/>
                    <a:pt x="914" y="3680"/>
                  </a:cubicBezTo>
                  <a:cubicBezTo>
                    <a:pt x="609" y="1615"/>
                    <a:pt x="133" y="14"/>
                    <a:pt x="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6"/>
            <p:cNvSpPr/>
            <p:nvPr/>
          </p:nvSpPr>
          <p:spPr>
            <a:xfrm>
              <a:off x="8874811" y="3202739"/>
              <a:ext cx="65979" cy="138044"/>
            </a:xfrm>
            <a:custGeom>
              <a:avLst/>
              <a:gdLst/>
              <a:ahLst/>
              <a:cxnLst/>
              <a:rect l="l" t="t" r="r" b="b"/>
              <a:pathLst>
                <a:path w="1854" h="3879" extrusionOk="0">
                  <a:moveTo>
                    <a:pt x="67" y="1"/>
                  </a:moveTo>
                  <a:lnTo>
                    <a:pt x="1" y="120"/>
                  </a:lnTo>
                  <a:cubicBezTo>
                    <a:pt x="14" y="133"/>
                    <a:pt x="1536" y="940"/>
                    <a:pt x="1721" y="3879"/>
                  </a:cubicBezTo>
                  <a:cubicBezTo>
                    <a:pt x="1774" y="3852"/>
                    <a:pt x="1801" y="3852"/>
                    <a:pt x="1854" y="3839"/>
                  </a:cubicBezTo>
                  <a:cubicBezTo>
                    <a:pt x="1774" y="2356"/>
                    <a:pt x="1324" y="1404"/>
                    <a:pt x="967" y="874"/>
                  </a:cubicBezTo>
                  <a:cubicBezTo>
                    <a:pt x="517" y="239"/>
                    <a:pt x="80" y="14"/>
                    <a:pt x="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6"/>
            <p:cNvSpPr/>
            <p:nvPr/>
          </p:nvSpPr>
          <p:spPr>
            <a:xfrm>
              <a:off x="8996342" y="3286583"/>
              <a:ext cx="40534" cy="63630"/>
            </a:xfrm>
            <a:custGeom>
              <a:avLst/>
              <a:gdLst/>
              <a:ahLst/>
              <a:cxnLst/>
              <a:rect l="l" t="t" r="r" b="b"/>
              <a:pathLst>
                <a:path w="1139" h="1788" extrusionOk="0">
                  <a:moveTo>
                    <a:pt x="1086" y="0"/>
                  </a:moveTo>
                  <a:lnTo>
                    <a:pt x="305" y="1218"/>
                  </a:lnTo>
                  <a:lnTo>
                    <a:pt x="1" y="1695"/>
                  </a:lnTo>
                  <a:cubicBezTo>
                    <a:pt x="27" y="1734"/>
                    <a:pt x="67" y="1748"/>
                    <a:pt x="93" y="1787"/>
                  </a:cubicBezTo>
                  <a:lnTo>
                    <a:pt x="398" y="1324"/>
                  </a:lnTo>
                  <a:lnTo>
                    <a:pt x="1139" y="159"/>
                  </a:lnTo>
                  <a:cubicBezTo>
                    <a:pt x="1126" y="106"/>
                    <a:pt x="1099" y="67"/>
                    <a:pt x="10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6"/>
            <p:cNvSpPr/>
            <p:nvPr/>
          </p:nvSpPr>
          <p:spPr>
            <a:xfrm>
              <a:off x="7882418" y="3077436"/>
              <a:ext cx="596304" cy="189468"/>
            </a:xfrm>
            <a:custGeom>
              <a:avLst/>
              <a:gdLst/>
              <a:ahLst/>
              <a:cxnLst/>
              <a:rect l="l" t="t" r="r" b="b"/>
              <a:pathLst>
                <a:path w="16756" h="5324" extrusionOk="0">
                  <a:moveTo>
                    <a:pt x="13141" y="1"/>
                  </a:moveTo>
                  <a:cubicBezTo>
                    <a:pt x="12760" y="1"/>
                    <a:pt x="12342" y="1"/>
                    <a:pt x="11885" y="1"/>
                  </a:cubicBezTo>
                  <a:cubicBezTo>
                    <a:pt x="8166" y="1"/>
                    <a:pt x="7756" y="27"/>
                    <a:pt x="6896" y="200"/>
                  </a:cubicBezTo>
                  <a:cubicBezTo>
                    <a:pt x="6035" y="358"/>
                    <a:pt x="5506" y="650"/>
                    <a:pt x="4037" y="1444"/>
                  </a:cubicBezTo>
                  <a:cubicBezTo>
                    <a:pt x="2555" y="2238"/>
                    <a:pt x="265" y="3998"/>
                    <a:pt x="132" y="4461"/>
                  </a:cubicBezTo>
                  <a:cubicBezTo>
                    <a:pt x="0" y="4925"/>
                    <a:pt x="1866" y="4991"/>
                    <a:pt x="5506" y="5229"/>
                  </a:cubicBezTo>
                  <a:cubicBezTo>
                    <a:pt x="6600" y="5297"/>
                    <a:pt x="7737" y="5323"/>
                    <a:pt x="8800" y="5323"/>
                  </a:cubicBezTo>
                  <a:cubicBezTo>
                    <a:pt x="11276" y="5323"/>
                    <a:pt x="13347" y="5177"/>
                    <a:pt x="13513" y="5057"/>
                  </a:cubicBezTo>
                  <a:cubicBezTo>
                    <a:pt x="13712" y="4925"/>
                    <a:pt x="16041" y="1404"/>
                    <a:pt x="16637" y="530"/>
                  </a:cubicBezTo>
                  <a:cubicBezTo>
                    <a:pt x="16756" y="385"/>
                    <a:pt x="16663" y="160"/>
                    <a:pt x="16491" y="120"/>
                  </a:cubicBezTo>
                  <a:cubicBezTo>
                    <a:pt x="16050" y="10"/>
                    <a:pt x="15048" y="1"/>
                    <a:pt x="13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6"/>
            <p:cNvSpPr/>
            <p:nvPr/>
          </p:nvSpPr>
          <p:spPr>
            <a:xfrm>
              <a:off x="7911600" y="3091600"/>
              <a:ext cx="535094" cy="166372"/>
            </a:xfrm>
            <a:custGeom>
              <a:avLst/>
              <a:gdLst/>
              <a:ahLst/>
              <a:cxnLst/>
              <a:rect l="l" t="t" r="r" b="b"/>
              <a:pathLst>
                <a:path w="15036" h="4675" extrusionOk="0">
                  <a:moveTo>
                    <a:pt x="8471" y="0"/>
                  </a:moveTo>
                  <a:cubicBezTo>
                    <a:pt x="7082" y="13"/>
                    <a:pt x="6711" y="66"/>
                    <a:pt x="6168" y="159"/>
                  </a:cubicBezTo>
                  <a:cubicBezTo>
                    <a:pt x="5414" y="304"/>
                    <a:pt x="4924" y="582"/>
                    <a:pt x="3601" y="1271"/>
                  </a:cubicBezTo>
                  <a:cubicBezTo>
                    <a:pt x="2264" y="1972"/>
                    <a:pt x="199" y="3521"/>
                    <a:pt x="80" y="3931"/>
                  </a:cubicBezTo>
                  <a:cubicBezTo>
                    <a:pt x="1" y="4196"/>
                    <a:pt x="768" y="4315"/>
                    <a:pt x="2304" y="4434"/>
                  </a:cubicBezTo>
                  <a:cubicBezTo>
                    <a:pt x="3018" y="4487"/>
                    <a:pt x="3892" y="4527"/>
                    <a:pt x="4937" y="4593"/>
                  </a:cubicBezTo>
                  <a:cubicBezTo>
                    <a:pt x="5017" y="4593"/>
                    <a:pt x="5083" y="4619"/>
                    <a:pt x="5162" y="4619"/>
                  </a:cubicBezTo>
                  <a:cubicBezTo>
                    <a:pt x="5480" y="4632"/>
                    <a:pt x="5771" y="4632"/>
                    <a:pt x="6089" y="4646"/>
                  </a:cubicBezTo>
                  <a:cubicBezTo>
                    <a:pt x="6314" y="4646"/>
                    <a:pt x="6539" y="4659"/>
                    <a:pt x="6764" y="4659"/>
                  </a:cubicBezTo>
                  <a:cubicBezTo>
                    <a:pt x="7203" y="4670"/>
                    <a:pt x="7637" y="4674"/>
                    <a:pt x="8057" y="4674"/>
                  </a:cubicBezTo>
                  <a:cubicBezTo>
                    <a:pt x="10220" y="4674"/>
                    <a:pt x="12007" y="4547"/>
                    <a:pt x="12151" y="4447"/>
                  </a:cubicBezTo>
                  <a:cubicBezTo>
                    <a:pt x="12323" y="4315"/>
                    <a:pt x="14414" y="1204"/>
                    <a:pt x="14943" y="450"/>
                  </a:cubicBezTo>
                  <a:cubicBezTo>
                    <a:pt x="15036" y="318"/>
                    <a:pt x="14970" y="119"/>
                    <a:pt x="14824" y="93"/>
                  </a:cubicBezTo>
                  <a:cubicBezTo>
                    <a:pt x="14414" y="0"/>
                    <a:pt x="13448" y="0"/>
                    <a:pt x="116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6"/>
            <p:cNvSpPr/>
            <p:nvPr/>
          </p:nvSpPr>
          <p:spPr>
            <a:xfrm>
              <a:off x="7994020" y="3090639"/>
              <a:ext cx="280287" cy="164414"/>
            </a:xfrm>
            <a:custGeom>
              <a:avLst/>
              <a:gdLst/>
              <a:ahLst/>
              <a:cxnLst/>
              <a:rect l="l" t="t" r="r" b="b"/>
              <a:pathLst>
                <a:path w="7876" h="4620" extrusionOk="0">
                  <a:moveTo>
                    <a:pt x="6169" y="1"/>
                  </a:moveTo>
                  <a:cubicBezTo>
                    <a:pt x="4223" y="1179"/>
                    <a:pt x="1510" y="3270"/>
                    <a:pt x="1" y="4434"/>
                  </a:cubicBezTo>
                  <a:cubicBezTo>
                    <a:pt x="716" y="4487"/>
                    <a:pt x="1589" y="4540"/>
                    <a:pt x="2635" y="4606"/>
                  </a:cubicBezTo>
                  <a:cubicBezTo>
                    <a:pt x="2714" y="4606"/>
                    <a:pt x="2780" y="4620"/>
                    <a:pt x="2860" y="4620"/>
                  </a:cubicBezTo>
                  <a:cubicBezTo>
                    <a:pt x="4144" y="2965"/>
                    <a:pt x="6460" y="1086"/>
                    <a:pt x="7876" y="14"/>
                  </a:cubicBezTo>
                  <a:lnTo>
                    <a:pt x="61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6"/>
            <p:cNvSpPr/>
            <p:nvPr/>
          </p:nvSpPr>
          <p:spPr>
            <a:xfrm>
              <a:off x="8128256" y="3091101"/>
              <a:ext cx="195980" cy="166300"/>
            </a:xfrm>
            <a:custGeom>
              <a:avLst/>
              <a:gdLst/>
              <a:ahLst/>
              <a:cxnLst/>
              <a:rect l="l" t="t" r="r" b="b"/>
              <a:pathLst>
                <a:path w="5507" h="4673" extrusionOk="0">
                  <a:moveTo>
                    <a:pt x="5017" y="1"/>
                  </a:moveTo>
                  <a:cubicBezTo>
                    <a:pt x="3442" y="1298"/>
                    <a:pt x="1192" y="3482"/>
                    <a:pt x="1" y="4660"/>
                  </a:cubicBezTo>
                  <a:cubicBezTo>
                    <a:pt x="226" y="4660"/>
                    <a:pt x="451" y="4673"/>
                    <a:pt x="676" y="4673"/>
                  </a:cubicBezTo>
                  <a:cubicBezTo>
                    <a:pt x="1788" y="3548"/>
                    <a:pt x="4223" y="1218"/>
                    <a:pt x="55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6"/>
            <p:cNvSpPr/>
            <p:nvPr/>
          </p:nvSpPr>
          <p:spPr>
            <a:xfrm>
              <a:off x="8427369" y="3077934"/>
              <a:ext cx="488937" cy="188116"/>
            </a:xfrm>
            <a:custGeom>
              <a:avLst/>
              <a:gdLst/>
              <a:ahLst/>
              <a:cxnLst/>
              <a:rect l="l" t="t" r="r" b="b"/>
              <a:pathLst>
                <a:path w="13739" h="5286" extrusionOk="0">
                  <a:moveTo>
                    <a:pt x="6486" y="0"/>
                  </a:moveTo>
                  <a:cubicBezTo>
                    <a:pt x="5003" y="40"/>
                    <a:pt x="3905" y="186"/>
                    <a:pt x="3706" y="278"/>
                  </a:cubicBezTo>
                  <a:cubicBezTo>
                    <a:pt x="3442" y="411"/>
                    <a:pt x="2303" y="1205"/>
                    <a:pt x="1377" y="2356"/>
                  </a:cubicBezTo>
                  <a:cubicBezTo>
                    <a:pt x="464" y="3508"/>
                    <a:pt x="0" y="5109"/>
                    <a:pt x="0" y="5109"/>
                  </a:cubicBezTo>
                  <a:cubicBezTo>
                    <a:pt x="13" y="5232"/>
                    <a:pt x="207" y="5285"/>
                    <a:pt x="614" y="5285"/>
                  </a:cubicBezTo>
                  <a:cubicBezTo>
                    <a:pt x="1519" y="5285"/>
                    <a:pt x="3472" y="5023"/>
                    <a:pt x="6803" y="4686"/>
                  </a:cubicBezTo>
                  <a:cubicBezTo>
                    <a:pt x="7015" y="4672"/>
                    <a:pt x="7253" y="4646"/>
                    <a:pt x="7465" y="4619"/>
                  </a:cubicBezTo>
                  <a:cubicBezTo>
                    <a:pt x="7518" y="4619"/>
                    <a:pt x="7544" y="4606"/>
                    <a:pt x="7597" y="4606"/>
                  </a:cubicBezTo>
                  <a:cubicBezTo>
                    <a:pt x="11859" y="4090"/>
                    <a:pt x="13672" y="3256"/>
                    <a:pt x="13699" y="3018"/>
                  </a:cubicBezTo>
                  <a:cubicBezTo>
                    <a:pt x="13739" y="2753"/>
                    <a:pt x="12508" y="940"/>
                    <a:pt x="11819" y="649"/>
                  </a:cubicBezTo>
                  <a:cubicBezTo>
                    <a:pt x="11131" y="344"/>
                    <a:pt x="10311" y="119"/>
                    <a:pt x="8074" y="13"/>
                  </a:cubicBezTo>
                  <a:cubicBezTo>
                    <a:pt x="7584" y="0"/>
                    <a:pt x="7081" y="0"/>
                    <a:pt x="6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6"/>
            <p:cNvSpPr/>
            <p:nvPr/>
          </p:nvSpPr>
          <p:spPr>
            <a:xfrm>
              <a:off x="8445733" y="3091600"/>
              <a:ext cx="454559" cy="160927"/>
            </a:xfrm>
            <a:custGeom>
              <a:avLst/>
              <a:gdLst/>
              <a:ahLst/>
              <a:cxnLst/>
              <a:rect l="l" t="t" r="r" b="b"/>
              <a:pathLst>
                <a:path w="12773" h="4522" extrusionOk="0">
                  <a:moveTo>
                    <a:pt x="6181" y="0"/>
                  </a:moveTo>
                  <a:cubicBezTo>
                    <a:pt x="5917" y="0"/>
                    <a:pt x="5652" y="0"/>
                    <a:pt x="5414" y="13"/>
                  </a:cubicBezTo>
                  <a:lnTo>
                    <a:pt x="5334" y="13"/>
                  </a:lnTo>
                  <a:cubicBezTo>
                    <a:pt x="5096" y="27"/>
                    <a:pt x="4858" y="53"/>
                    <a:pt x="4646" y="66"/>
                  </a:cubicBezTo>
                  <a:cubicBezTo>
                    <a:pt x="4527" y="79"/>
                    <a:pt x="4421" y="79"/>
                    <a:pt x="4302" y="93"/>
                  </a:cubicBezTo>
                  <a:cubicBezTo>
                    <a:pt x="3852" y="146"/>
                    <a:pt x="3548" y="199"/>
                    <a:pt x="3455" y="252"/>
                  </a:cubicBezTo>
                  <a:cubicBezTo>
                    <a:pt x="3230" y="357"/>
                    <a:pt x="2145" y="1046"/>
                    <a:pt x="1284" y="2012"/>
                  </a:cubicBezTo>
                  <a:cubicBezTo>
                    <a:pt x="424" y="2991"/>
                    <a:pt x="1" y="4368"/>
                    <a:pt x="1" y="4368"/>
                  </a:cubicBezTo>
                  <a:cubicBezTo>
                    <a:pt x="8" y="4476"/>
                    <a:pt x="184" y="4521"/>
                    <a:pt x="544" y="4521"/>
                  </a:cubicBezTo>
                  <a:cubicBezTo>
                    <a:pt x="798" y="4521"/>
                    <a:pt x="1145" y="4499"/>
                    <a:pt x="1589" y="4460"/>
                  </a:cubicBezTo>
                  <a:cubicBezTo>
                    <a:pt x="1708" y="4447"/>
                    <a:pt x="1840" y="4447"/>
                    <a:pt x="1986" y="4434"/>
                  </a:cubicBezTo>
                  <a:cubicBezTo>
                    <a:pt x="2198" y="4421"/>
                    <a:pt x="2449" y="4394"/>
                    <a:pt x="2714" y="4368"/>
                  </a:cubicBezTo>
                  <a:cubicBezTo>
                    <a:pt x="2965" y="4328"/>
                    <a:pt x="3230" y="4315"/>
                    <a:pt x="3508" y="4288"/>
                  </a:cubicBezTo>
                  <a:cubicBezTo>
                    <a:pt x="4262" y="4196"/>
                    <a:pt x="5149" y="4116"/>
                    <a:pt x="6181" y="4024"/>
                  </a:cubicBezTo>
                  <a:cubicBezTo>
                    <a:pt x="6234" y="3997"/>
                    <a:pt x="6274" y="3997"/>
                    <a:pt x="6314" y="3997"/>
                  </a:cubicBezTo>
                  <a:cubicBezTo>
                    <a:pt x="6618" y="3984"/>
                    <a:pt x="6896" y="3957"/>
                    <a:pt x="7161" y="3918"/>
                  </a:cubicBezTo>
                  <a:cubicBezTo>
                    <a:pt x="7306" y="3904"/>
                    <a:pt x="7439" y="3891"/>
                    <a:pt x="7571" y="3865"/>
                  </a:cubicBezTo>
                  <a:lnTo>
                    <a:pt x="7598" y="3865"/>
                  </a:lnTo>
                  <a:cubicBezTo>
                    <a:pt x="8723" y="3732"/>
                    <a:pt x="9649" y="3587"/>
                    <a:pt x="10390" y="3428"/>
                  </a:cubicBezTo>
                  <a:cubicBezTo>
                    <a:pt x="10496" y="3388"/>
                    <a:pt x="10615" y="3375"/>
                    <a:pt x="10734" y="3335"/>
                  </a:cubicBezTo>
                  <a:cubicBezTo>
                    <a:pt x="10906" y="3309"/>
                    <a:pt x="11052" y="3256"/>
                    <a:pt x="11198" y="3229"/>
                  </a:cubicBezTo>
                  <a:cubicBezTo>
                    <a:pt x="11237" y="3229"/>
                    <a:pt x="11251" y="3203"/>
                    <a:pt x="11277" y="3203"/>
                  </a:cubicBezTo>
                  <a:cubicBezTo>
                    <a:pt x="12270" y="2925"/>
                    <a:pt x="12733" y="2700"/>
                    <a:pt x="12759" y="2581"/>
                  </a:cubicBezTo>
                  <a:cubicBezTo>
                    <a:pt x="12773" y="2475"/>
                    <a:pt x="12534" y="2104"/>
                    <a:pt x="12230" y="1668"/>
                  </a:cubicBezTo>
                  <a:cubicBezTo>
                    <a:pt x="12098" y="1509"/>
                    <a:pt x="11926" y="1324"/>
                    <a:pt x="11780" y="1152"/>
                  </a:cubicBezTo>
                  <a:cubicBezTo>
                    <a:pt x="11489" y="874"/>
                    <a:pt x="11211" y="622"/>
                    <a:pt x="10999" y="543"/>
                  </a:cubicBezTo>
                  <a:cubicBezTo>
                    <a:pt x="10867" y="490"/>
                    <a:pt x="10734" y="450"/>
                    <a:pt x="10589" y="397"/>
                  </a:cubicBezTo>
                  <a:cubicBezTo>
                    <a:pt x="10430" y="344"/>
                    <a:pt x="10258" y="318"/>
                    <a:pt x="10059" y="265"/>
                  </a:cubicBezTo>
                  <a:cubicBezTo>
                    <a:pt x="9967" y="252"/>
                    <a:pt x="9887" y="225"/>
                    <a:pt x="9795" y="212"/>
                  </a:cubicBezTo>
                  <a:cubicBezTo>
                    <a:pt x="9715" y="199"/>
                    <a:pt x="9609" y="185"/>
                    <a:pt x="9490" y="159"/>
                  </a:cubicBezTo>
                  <a:cubicBezTo>
                    <a:pt x="9001" y="93"/>
                    <a:pt x="8365" y="53"/>
                    <a:pt x="7505" y="13"/>
                  </a:cubicBezTo>
                  <a:cubicBezTo>
                    <a:pt x="7227" y="0"/>
                    <a:pt x="6962" y="0"/>
                    <a:pt x="66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6"/>
            <p:cNvSpPr/>
            <p:nvPr/>
          </p:nvSpPr>
          <p:spPr>
            <a:xfrm>
              <a:off x="8542281" y="3092062"/>
              <a:ext cx="123453" cy="154984"/>
            </a:xfrm>
            <a:custGeom>
              <a:avLst/>
              <a:gdLst/>
              <a:ahLst/>
              <a:cxnLst/>
              <a:rect l="l" t="t" r="r" b="b"/>
              <a:pathLst>
                <a:path w="3469" h="4355" extrusionOk="0">
                  <a:moveTo>
                    <a:pt x="3468" y="0"/>
                  </a:moveTo>
                  <a:cubicBezTo>
                    <a:pt x="3190" y="0"/>
                    <a:pt x="2939" y="0"/>
                    <a:pt x="2701" y="40"/>
                  </a:cubicBezTo>
                  <a:cubicBezTo>
                    <a:pt x="1999" y="1139"/>
                    <a:pt x="782" y="3111"/>
                    <a:pt x="1" y="4355"/>
                  </a:cubicBezTo>
                  <a:cubicBezTo>
                    <a:pt x="252" y="4315"/>
                    <a:pt x="504" y="4302"/>
                    <a:pt x="795" y="4275"/>
                  </a:cubicBezTo>
                  <a:lnTo>
                    <a:pt x="34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6"/>
            <p:cNvSpPr/>
            <p:nvPr/>
          </p:nvSpPr>
          <p:spPr>
            <a:xfrm>
              <a:off x="8502245" y="3094411"/>
              <a:ext cx="108862" cy="155944"/>
            </a:xfrm>
            <a:custGeom>
              <a:avLst/>
              <a:gdLst/>
              <a:ahLst/>
              <a:cxnLst/>
              <a:rect l="l" t="t" r="r" b="b"/>
              <a:pathLst>
                <a:path w="3059" h="4382" extrusionOk="0">
                  <a:moveTo>
                    <a:pt x="3058" y="0"/>
                  </a:moveTo>
                  <a:cubicBezTo>
                    <a:pt x="2926" y="0"/>
                    <a:pt x="2807" y="14"/>
                    <a:pt x="2727" y="40"/>
                  </a:cubicBezTo>
                  <a:lnTo>
                    <a:pt x="1" y="4381"/>
                  </a:lnTo>
                  <a:cubicBezTo>
                    <a:pt x="120" y="4368"/>
                    <a:pt x="252" y="4368"/>
                    <a:pt x="398" y="4355"/>
                  </a:cubicBezTo>
                  <a:lnTo>
                    <a:pt x="305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6"/>
            <p:cNvSpPr/>
            <p:nvPr/>
          </p:nvSpPr>
          <p:spPr>
            <a:xfrm>
              <a:off x="8815487" y="3133486"/>
              <a:ext cx="65481" cy="79182"/>
            </a:xfrm>
            <a:custGeom>
              <a:avLst/>
              <a:gdLst/>
              <a:ahLst/>
              <a:cxnLst/>
              <a:rect l="l" t="t" r="r" b="b"/>
              <a:pathLst>
                <a:path w="1840" h="2225" extrusionOk="0">
                  <a:moveTo>
                    <a:pt x="1390" y="1"/>
                  </a:moveTo>
                  <a:cubicBezTo>
                    <a:pt x="980" y="676"/>
                    <a:pt x="463" y="1470"/>
                    <a:pt x="0" y="2225"/>
                  </a:cubicBezTo>
                  <a:cubicBezTo>
                    <a:pt x="106" y="2198"/>
                    <a:pt x="225" y="2185"/>
                    <a:pt x="344" y="2145"/>
                  </a:cubicBezTo>
                  <a:cubicBezTo>
                    <a:pt x="516" y="2119"/>
                    <a:pt x="662" y="2066"/>
                    <a:pt x="808" y="2026"/>
                  </a:cubicBezTo>
                  <a:cubicBezTo>
                    <a:pt x="847" y="2026"/>
                    <a:pt x="861" y="2013"/>
                    <a:pt x="887" y="2013"/>
                  </a:cubicBezTo>
                  <a:lnTo>
                    <a:pt x="1840" y="504"/>
                  </a:lnTo>
                  <a:cubicBezTo>
                    <a:pt x="1708" y="345"/>
                    <a:pt x="1536" y="160"/>
                    <a:pt x="13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6"/>
            <p:cNvSpPr/>
            <p:nvPr/>
          </p:nvSpPr>
          <p:spPr>
            <a:xfrm>
              <a:off x="8700539" y="3098183"/>
              <a:ext cx="94236" cy="132848"/>
            </a:xfrm>
            <a:custGeom>
              <a:avLst/>
              <a:gdLst/>
              <a:ahLst/>
              <a:cxnLst/>
              <a:rect l="l" t="t" r="r" b="b"/>
              <a:pathLst>
                <a:path w="2648" h="3733" extrusionOk="0">
                  <a:moveTo>
                    <a:pt x="2330" y="0"/>
                  </a:moveTo>
                  <a:lnTo>
                    <a:pt x="1" y="3733"/>
                  </a:lnTo>
                  <a:cubicBezTo>
                    <a:pt x="146" y="3719"/>
                    <a:pt x="279" y="3706"/>
                    <a:pt x="411" y="3680"/>
                  </a:cubicBezTo>
                  <a:lnTo>
                    <a:pt x="2648" y="40"/>
                  </a:lnTo>
                  <a:cubicBezTo>
                    <a:pt x="2555" y="27"/>
                    <a:pt x="2449" y="14"/>
                    <a:pt x="23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6"/>
            <p:cNvSpPr/>
            <p:nvPr/>
          </p:nvSpPr>
          <p:spPr>
            <a:xfrm>
              <a:off x="8636019" y="3091600"/>
              <a:ext cx="79182" cy="143204"/>
            </a:xfrm>
            <a:custGeom>
              <a:avLst/>
              <a:gdLst/>
              <a:ahLst/>
              <a:cxnLst/>
              <a:rect l="l" t="t" r="r" b="b"/>
              <a:pathLst>
                <a:path w="2225" h="4024" extrusionOk="0">
                  <a:moveTo>
                    <a:pt x="1351" y="0"/>
                  </a:moveTo>
                  <a:cubicBezTo>
                    <a:pt x="861" y="0"/>
                    <a:pt x="411" y="13"/>
                    <a:pt x="1" y="27"/>
                  </a:cubicBezTo>
                  <a:cubicBezTo>
                    <a:pt x="173" y="424"/>
                    <a:pt x="821" y="1999"/>
                    <a:pt x="834" y="4024"/>
                  </a:cubicBezTo>
                  <a:cubicBezTo>
                    <a:pt x="887" y="3997"/>
                    <a:pt x="927" y="3997"/>
                    <a:pt x="967" y="3997"/>
                  </a:cubicBezTo>
                  <a:cubicBezTo>
                    <a:pt x="1417" y="3971"/>
                    <a:pt x="1827" y="3918"/>
                    <a:pt x="2224" y="3865"/>
                  </a:cubicBezTo>
                  <a:cubicBezTo>
                    <a:pt x="2158" y="3190"/>
                    <a:pt x="1893" y="741"/>
                    <a:pt x="1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6"/>
            <p:cNvSpPr/>
            <p:nvPr/>
          </p:nvSpPr>
          <p:spPr>
            <a:xfrm>
              <a:off x="8981289" y="3223451"/>
              <a:ext cx="58897" cy="78720"/>
            </a:xfrm>
            <a:custGeom>
              <a:avLst/>
              <a:gdLst/>
              <a:ahLst/>
              <a:cxnLst/>
              <a:rect l="l" t="t" r="r" b="b"/>
              <a:pathLst>
                <a:path w="1655" h="2212" extrusionOk="0">
                  <a:moveTo>
                    <a:pt x="728" y="1"/>
                  </a:moveTo>
                  <a:cubicBezTo>
                    <a:pt x="397" y="80"/>
                    <a:pt x="66" y="213"/>
                    <a:pt x="53" y="411"/>
                  </a:cubicBezTo>
                  <a:cubicBezTo>
                    <a:pt x="0" y="782"/>
                    <a:pt x="1125" y="2052"/>
                    <a:pt x="1654" y="2211"/>
                  </a:cubicBezTo>
                  <a:cubicBezTo>
                    <a:pt x="1549" y="1880"/>
                    <a:pt x="1443" y="1576"/>
                    <a:pt x="1310" y="1272"/>
                  </a:cubicBezTo>
                  <a:cubicBezTo>
                    <a:pt x="1178" y="927"/>
                    <a:pt x="1032" y="597"/>
                    <a:pt x="860" y="266"/>
                  </a:cubicBezTo>
                  <a:cubicBezTo>
                    <a:pt x="834" y="186"/>
                    <a:pt x="781" y="80"/>
                    <a:pt x="7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6"/>
            <p:cNvSpPr/>
            <p:nvPr/>
          </p:nvSpPr>
          <p:spPr>
            <a:xfrm>
              <a:off x="8995880" y="3232882"/>
              <a:ext cx="32064" cy="35837"/>
            </a:xfrm>
            <a:custGeom>
              <a:avLst/>
              <a:gdLst/>
              <a:ahLst/>
              <a:cxnLst/>
              <a:rect l="l" t="t" r="r" b="b"/>
              <a:pathLst>
                <a:path w="901" h="1007" extrusionOk="0">
                  <a:moveTo>
                    <a:pt x="437" y="1"/>
                  </a:moveTo>
                  <a:cubicBezTo>
                    <a:pt x="212" y="67"/>
                    <a:pt x="0" y="159"/>
                    <a:pt x="80" y="292"/>
                  </a:cubicBezTo>
                  <a:cubicBezTo>
                    <a:pt x="159" y="451"/>
                    <a:pt x="556" y="755"/>
                    <a:pt x="900" y="1007"/>
                  </a:cubicBezTo>
                  <a:cubicBezTo>
                    <a:pt x="768" y="662"/>
                    <a:pt x="622" y="318"/>
                    <a:pt x="4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6"/>
            <p:cNvSpPr/>
            <p:nvPr/>
          </p:nvSpPr>
          <p:spPr>
            <a:xfrm>
              <a:off x="7572024" y="3585946"/>
              <a:ext cx="443705" cy="66050"/>
            </a:xfrm>
            <a:custGeom>
              <a:avLst/>
              <a:gdLst/>
              <a:ahLst/>
              <a:cxnLst/>
              <a:rect l="l" t="t" r="r" b="b"/>
              <a:pathLst>
                <a:path w="12468" h="1856" extrusionOk="0">
                  <a:moveTo>
                    <a:pt x="4091" y="0"/>
                  </a:moveTo>
                  <a:cubicBezTo>
                    <a:pt x="538" y="0"/>
                    <a:pt x="0" y="615"/>
                    <a:pt x="0" y="615"/>
                  </a:cubicBezTo>
                  <a:cubicBezTo>
                    <a:pt x="2745" y="1734"/>
                    <a:pt x="8830" y="1855"/>
                    <a:pt x="11345" y="1855"/>
                  </a:cubicBezTo>
                  <a:cubicBezTo>
                    <a:pt x="12044" y="1855"/>
                    <a:pt x="12468" y="1846"/>
                    <a:pt x="12468" y="1846"/>
                  </a:cubicBezTo>
                  <a:cubicBezTo>
                    <a:pt x="12468" y="1846"/>
                    <a:pt x="9807" y="165"/>
                    <a:pt x="5228" y="19"/>
                  </a:cubicBezTo>
                  <a:cubicBezTo>
                    <a:pt x="4818" y="6"/>
                    <a:pt x="4440" y="0"/>
                    <a:pt x="40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6"/>
            <p:cNvSpPr/>
            <p:nvPr/>
          </p:nvSpPr>
          <p:spPr>
            <a:xfrm>
              <a:off x="7541881" y="3312242"/>
              <a:ext cx="1533643" cy="362032"/>
            </a:xfrm>
            <a:custGeom>
              <a:avLst/>
              <a:gdLst/>
              <a:ahLst/>
              <a:cxnLst/>
              <a:rect l="l" t="t" r="r" b="b"/>
              <a:pathLst>
                <a:path w="43095" h="10173" extrusionOk="0">
                  <a:moveTo>
                    <a:pt x="39906" y="1"/>
                  </a:moveTo>
                  <a:cubicBezTo>
                    <a:pt x="39732" y="1"/>
                    <a:pt x="39546" y="24"/>
                    <a:pt x="39349" y="74"/>
                  </a:cubicBezTo>
                  <a:cubicBezTo>
                    <a:pt x="39309" y="74"/>
                    <a:pt x="39296" y="87"/>
                    <a:pt x="39256" y="87"/>
                  </a:cubicBezTo>
                  <a:cubicBezTo>
                    <a:pt x="39216" y="87"/>
                    <a:pt x="39163" y="100"/>
                    <a:pt x="39124" y="113"/>
                  </a:cubicBezTo>
                  <a:cubicBezTo>
                    <a:pt x="36106" y="1079"/>
                    <a:pt x="36516" y="6559"/>
                    <a:pt x="36238" y="6797"/>
                  </a:cubicBezTo>
                  <a:cubicBezTo>
                    <a:pt x="36119" y="6903"/>
                    <a:pt x="34796" y="7141"/>
                    <a:pt x="33194" y="7419"/>
                  </a:cubicBezTo>
                  <a:cubicBezTo>
                    <a:pt x="33141" y="7419"/>
                    <a:pt x="33088" y="7432"/>
                    <a:pt x="33035" y="7432"/>
                  </a:cubicBezTo>
                  <a:cubicBezTo>
                    <a:pt x="30927" y="7760"/>
                    <a:pt x="28403" y="8099"/>
                    <a:pt x="27594" y="8099"/>
                  </a:cubicBezTo>
                  <a:cubicBezTo>
                    <a:pt x="27489" y="8099"/>
                    <a:pt x="27413" y="8093"/>
                    <a:pt x="27371" y="8081"/>
                  </a:cubicBezTo>
                  <a:cubicBezTo>
                    <a:pt x="27318" y="8054"/>
                    <a:pt x="27278" y="8041"/>
                    <a:pt x="27238" y="8015"/>
                  </a:cubicBezTo>
                  <a:cubicBezTo>
                    <a:pt x="27199" y="7975"/>
                    <a:pt x="27146" y="7922"/>
                    <a:pt x="27119" y="7882"/>
                  </a:cubicBezTo>
                  <a:cubicBezTo>
                    <a:pt x="26709" y="7353"/>
                    <a:pt x="26616" y="5937"/>
                    <a:pt x="26537" y="5116"/>
                  </a:cubicBezTo>
                  <a:cubicBezTo>
                    <a:pt x="26455" y="4250"/>
                    <a:pt x="26104" y="1678"/>
                    <a:pt x="23875" y="1678"/>
                  </a:cubicBezTo>
                  <a:cubicBezTo>
                    <a:pt x="23583" y="1678"/>
                    <a:pt x="23258" y="1722"/>
                    <a:pt x="22897" y="1821"/>
                  </a:cubicBezTo>
                  <a:cubicBezTo>
                    <a:pt x="19787" y="2654"/>
                    <a:pt x="18860" y="9007"/>
                    <a:pt x="18516" y="9246"/>
                  </a:cubicBezTo>
                  <a:cubicBezTo>
                    <a:pt x="18266" y="9428"/>
                    <a:pt x="17130" y="9555"/>
                    <a:pt x="15660" y="9555"/>
                  </a:cubicBezTo>
                  <a:cubicBezTo>
                    <a:pt x="15106" y="9555"/>
                    <a:pt x="14504" y="9537"/>
                    <a:pt x="13884" y="9497"/>
                  </a:cubicBezTo>
                  <a:cubicBezTo>
                    <a:pt x="11621" y="9351"/>
                    <a:pt x="3918" y="9007"/>
                    <a:pt x="2396" y="8610"/>
                  </a:cubicBezTo>
                  <a:cubicBezTo>
                    <a:pt x="1376" y="8346"/>
                    <a:pt x="463" y="7909"/>
                    <a:pt x="0" y="7657"/>
                  </a:cubicBezTo>
                  <a:lnTo>
                    <a:pt x="0" y="7657"/>
                  </a:lnTo>
                  <a:cubicBezTo>
                    <a:pt x="0" y="7882"/>
                    <a:pt x="13" y="8094"/>
                    <a:pt x="13" y="8319"/>
                  </a:cubicBezTo>
                  <a:cubicBezTo>
                    <a:pt x="1951" y="9753"/>
                    <a:pt x="8994" y="9974"/>
                    <a:pt x="13575" y="9974"/>
                  </a:cubicBezTo>
                  <a:cubicBezTo>
                    <a:pt x="15253" y="9974"/>
                    <a:pt x="16600" y="9944"/>
                    <a:pt x="17246" y="9934"/>
                  </a:cubicBezTo>
                  <a:cubicBezTo>
                    <a:pt x="19363" y="9629"/>
                    <a:pt x="19112" y="10172"/>
                    <a:pt x="19760" y="7512"/>
                  </a:cubicBezTo>
                  <a:cubicBezTo>
                    <a:pt x="20382" y="4851"/>
                    <a:pt x="21428" y="2390"/>
                    <a:pt x="23493" y="2231"/>
                  </a:cubicBezTo>
                  <a:cubicBezTo>
                    <a:pt x="23564" y="2226"/>
                    <a:pt x="23634" y="2224"/>
                    <a:pt x="23702" y="2224"/>
                  </a:cubicBezTo>
                  <a:cubicBezTo>
                    <a:pt x="26943" y="2224"/>
                    <a:pt x="25913" y="7700"/>
                    <a:pt x="27079" y="8451"/>
                  </a:cubicBezTo>
                  <a:cubicBezTo>
                    <a:pt x="27106" y="8478"/>
                    <a:pt x="27119" y="8478"/>
                    <a:pt x="27132" y="8491"/>
                  </a:cubicBezTo>
                  <a:lnTo>
                    <a:pt x="27199" y="8491"/>
                  </a:lnTo>
                  <a:cubicBezTo>
                    <a:pt x="27236" y="8495"/>
                    <a:pt x="27285" y="8497"/>
                    <a:pt x="27344" y="8497"/>
                  </a:cubicBezTo>
                  <a:cubicBezTo>
                    <a:pt x="28118" y="8497"/>
                    <a:pt x="30653" y="8186"/>
                    <a:pt x="32903" y="7829"/>
                  </a:cubicBezTo>
                  <a:cubicBezTo>
                    <a:pt x="32956" y="7829"/>
                    <a:pt x="33009" y="7816"/>
                    <a:pt x="33062" y="7816"/>
                  </a:cubicBezTo>
                  <a:cubicBezTo>
                    <a:pt x="35047" y="7499"/>
                    <a:pt x="36768" y="7168"/>
                    <a:pt x="36834" y="6996"/>
                  </a:cubicBezTo>
                  <a:cubicBezTo>
                    <a:pt x="36979" y="6599"/>
                    <a:pt x="36635" y="1490"/>
                    <a:pt x="39097" y="802"/>
                  </a:cubicBezTo>
                  <a:cubicBezTo>
                    <a:pt x="39124" y="775"/>
                    <a:pt x="39176" y="775"/>
                    <a:pt x="39216" y="762"/>
                  </a:cubicBezTo>
                  <a:cubicBezTo>
                    <a:pt x="39243" y="762"/>
                    <a:pt x="39256" y="749"/>
                    <a:pt x="39282" y="749"/>
                  </a:cubicBezTo>
                  <a:cubicBezTo>
                    <a:pt x="39296" y="735"/>
                    <a:pt x="39309" y="735"/>
                    <a:pt x="39322" y="735"/>
                  </a:cubicBezTo>
                  <a:cubicBezTo>
                    <a:pt x="39511" y="697"/>
                    <a:pt x="39690" y="678"/>
                    <a:pt x="39857" y="678"/>
                  </a:cubicBezTo>
                  <a:cubicBezTo>
                    <a:pt x="40262" y="678"/>
                    <a:pt x="40603" y="786"/>
                    <a:pt x="40884" y="974"/>
                  </a:cubicBezTo>
                  <a:cubicBezTo>
                    <a:pt x="40910" y="1013"/>
                    <a:pt x="40950" y="1027"/>
                    <a:pt x="40976" y="1066"/>
                  </a:cubicBezTo>
                  <a:cubicBezTo>
                    <a:pt x="42366" y="2138"/>
                    <a:pt x="42326" y="5182"/>
                    <a:pt x="42326" y="6069"/>
                  </a:cubicBezTo>
                  <a:cubicBezTo>
                    <a:pt x="42326" y="6122"/>
                    <a:pt x="42345" y="6143"/>
                    <a:pt x="42377" y="6143"/>
                  </a:cubicBezTo>
                  <a:cubicBezTo>
                    <a:pt x="42496" y="6143"/>
                    <a:pt x="42803" y="5838"/>
                    <a:pt x="43001" y="5765"/>
                  </a:cubicBezTo>
                  <a:lnTo>
                    <a:pt x="43015" y="5765"/>
                  </a:lnTo>
                  <a:cubicBezTo>
                    <a:pt x="43068" y="5659"/>
                    <a:pt x="43094" y="5500"/>
                    <a:pt x="43094" y="5249"/>
                  </a:cubicBezTo>
                  <a:lnTo>
                    <a:pt x="43094" y="5249"/>
                  </a:lnTo>
                  <a:lnTo>
                    <a:pt x="42684" y="5526"/>
                  </a:lnTo>
                  <a:cubicBezTo>
                    <a:pt x="42684" y="5526"/>
                    <a:pt x="42631" y="2099"/>
                    <a:pt x="41294" y="643"/>
                  </a:cubicBezTo>
                  <a:lnTo>
                    <a:pt x="41201" y="550"/>
                  </a:lnTo>
                  <a:cubicBezTo>
                    <a:pt x="40854" y="212"/>
                    <a:pt x="40431" y="1"/>
                    <a:pt x="39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6"/>
            <p:cNvSpPr/>
            <p:nvPr/>
          </p:nvSpPr>
          <p:spPr>
            <a:xfrm>
              <a:off x="8828191" y="3246476"/>
              <a:ext cx="49040" cy="24413"/>
            </a:xfrm>
            <a:custGeom>
              <a:avLst/>
              <a:gdLst/>
              <a:ahLst/>
              <a:cxnLst/>
              <a:rect l="l" t="t" r="r" b="b"/>
              <a:pathLst>
                <a:path w="1378" h="686" extrusionOk="0">
                  <a:moveTo>
                    <a:pt x="850" y="0"/>
                  </a:moveTo>
                  <a:cubicBezTo>
                    <a:pt x="786" y="0"/>
                    <a:pt x="718" y="5"/>
                    <a:pt x="649" y="16"/>
                  </a:cubicBezTo>
                  <a:cubicBezTo>
                    <a:pt x="384" y="42"/>
                    <a:pt x="173" y="148"/>
                    <a:pt x="67" y="267"/>
                  </a:cubicBezTo>
                  <a:cubicBezTo>
                    <a:pt x="27" y="307"/>
                    <a:pt x="1" y="373"/>
                    <a:pt x="1" y="426"/>
                  </a:cubicBezTo>
                  <a:cubicBezTo>
                    <a:pt x="1" y="466"/>
                    <a:pt x="27" y="492"/>
                    <a:pt x="54" y="532"/>
                  </a:cubicBezTo>
                  <a:cubicBezTo>
                    <a:pt x="139" y="639"/>
                    <a:pt x="328" y="685"/>
                    <a:pt x="558" y="685"/>
                  </a:cubicBezTo>
                  <a:cubicBezTo>
                    <a:pt x="613" y="685"/>
                    <a:pt x="670" y="683"/>
                    <a:pt x="729" y="677"/>
                  </a:cubicBezTo>
                  <a:cubicBezTo>
                    <a:pt x="1046" y="638"/>
                    <a:pt x="1298" y="505"/>
                    <a:pt x="1364" y="360"/>
                  </a:cubicBezTo>
                  <a:cubicBezTo>
                    <a:pt x="1377" y="333"/>
                    <a:pt x="1377" y="294"/>
                    <a:pt x="1377" y="267"/>
                  </a:cubicBezTo>
                  <a:cubicBezTo>
                    <a:pt x="1377" y="214"/>
                    <a:pt x="1351" y="161"/>
                    <a:pt x="1284" y="108"/>
                  </a:cubicBezTo>
                  <a:cubicBezTo>
                    <a:pt x="1187" y="40"/>
                    <a:pt x="1031" y="0"/>
                    <a:pt x="8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6"/>
            <p:cNvSpPr/>
            <p:nvPr/>
          </p:nvSpPr>
          <p:spPr>
            <a:xfrm>
              <a:off x="8828191" y="3250320"/>
              <a:ext cx="49040" cy="15587"/>
            </a:xfrm>
            <a:custGeom>
              <a:avLst/>
              <a:gdLst/>
              <a:ahLst/>
              <a:cxnLst/>
              <a:rect l="l" t="t" r="r" b="b"/>
              <a:pathLst>
                <a:path w="1378" h="438" extrusionOk="0">
                  <a:moveTo>
                    <a:pt x="1284" y="0"/>
                  </a:moveTo>
                  <a:lnTo>
                    <a:pt x="67" y="172"/>
                  </a:lnTo>
                  <a:cubicBezTo>
                    <a:pt x="27" y="225"/>
                    <a:pt x="1" y="292"/>
                    <a:pt x="1" y="331"/>
                  </a:cubicBezTo>
                  <a:cubicBezTo>
                    <a:pt x="1" y="371"/>
                    <a:pt x="27" y="397"/>
                    <a:pt x="54" y="437"/>
                  </a:cubicBezTo>
                  <a:lnTo>
                    <a:pt x="1364" y="252"/>
                  </a:lnTo>
                  <a:cubicBezTo>
                    <a:pt x="1377" y="225"/>
                    <a:pt x="1377" y="186"/>
                    <a:pt x="1377" y="159"/>
                  </a:cubicBezTo>
                  <a:cubicBezTo>
                    <a:pt x="1377" y="106"/>
                    <a:pt x="1351" y="53"/>
                    <a:pt x="12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6"/>
            <p:cNvSpPr/>
            <p:nvPr/>
          </p:nvSpPr>
          <p:spPr>
            <a:xfrm>
              <a:off x="8634133" y="3281779"/>
              <a:ext cx="49040" cy="24413"/>
            </a:xfrm>
            <a:custGeom>
              <a:avLst/>
              <a:gdLst/>
              <a:ahLst/>
              <a:cxnLst/>
              <a:rect l="l" t="t" r="r" b="b"/>
              <a:pathLst>
                <a:path w="1378" h="686" extrusionOk="0">
                  <a:moveTo>
                    <a:pt x="848" y="1"/>
                  </a:moveTo>
                  <a:cubicBezTo>
                    <a:pt x="785" y="1"/>
                    <a:pt x="718" y="6"/>
                    <a:pt x="649" y="16"/>
                  </a:cubicBezTo>
                  <a:cubicBezTo>
                    <a:pt x="384" y="43"/>
                    <a:pt x="159" y="149"/>
                    <a:pt x="67" y="268"/>
                  </a:cubicBezTo>
                  <a:cubicBezTo>
                    <a:pt x="14" y="308"/>
                    <a:pt x="1" y="374"/>
                    <a:pt x="1" y="427"/>
                  </a:cubicBezTo>
                  <a:cubicBezTo>
                    <a:pt x="1" y="466"/>
                    <a:pt x="14" y="493"/>
                    <a:pt x="54" y="533"/>
                  </a:cubicBezTo>
                  <a:cubicBezTo>
                    <a:pt x="128" y="639"/>
                    <a:pt x="315" y="686"/>
                    <a:pt x="552" y="686"/>
                  </a:cubicBezTo>
                  <a:cubicBezTo>
                    <a:pt x="608" y="686"/>
                    <a:pt x="667" y="683"/>
                    <a:pt x="729" y="678"/>
                  </a:cubicBezTo>
                  <a:cubicBezTo>
                    <a:pt x="1046" y="638"/>
                    <a:pt x="1284" y="506"/>
                    <a:pt x="1351" y="360"/>
                  </a:cubicBezTo>
                  <a:cubicBezTo>
                    <a:pt x="1377" y="334"/>
                    <a:pt x="1377" y="294"/>
                    <a:pt x="1377" y="268"/>
                  </a:cubicBezTo>
                  <a:cubicBezTo>
                    <a:pt x="1377" y="215"/>
                    <a:pt x="1324" y="162"/>
                    <a:pt x="1271" y="109"/>
                  </a:cubicBezTo>
                  <a:cubicBezTo>
                    <a:pt x="1173" y="41"/>
                    <a:pt x="1025" y="1"/>
                    <a:pt x="8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6"/>
            <p:cNvSpPr/>
            <p:nvPr/>
          </p:nvSpPr>
          <p:spPr>
            <a:xfrm>
              <a:off x="8634133" y="3285623"/>
              <a:ext cx="49040" cy="15587"/>
            </a:xfrm>
            <a:custGeom>
              <a:avLst/>
              <a:gdLst/>
              <a:ahLst/>
              <a:cxnLst/>
              <a:rect l="l" t="t" r="r" b="b"/>
              <a:pathLst>
                <a:path w="1378" h="438" extrusionOk="0">
                  <a:moveTo>
                    <a:pt x="1271" y="1"/>
                  </a:moveTo>
                  <a:lnTo>
                    <a:pt x="67" y="173"/>
                  </a:lnTo>
                  <a:cubicBezTo>
                    <a:pt x="14" y="226"/>
                    <a:pt x="1" y="292"/>
                    <a:pt x="1" y="332"/>
                  </a:cubicBezTo>
                  <a:cubicBezTo>
                    <a:pt x="1" y="372"/>
                    <a:pt x="14" y="398"/>
                    <a:pt x="54" y="438"/>
                  </a:cubicBezTo>
                  <a:lnTo>
                    <a:pt x="1351" y="252"/>
                  </a:lnTo>
                  <a:cubicBezTo>
                    <a:pt x="1377" y="226"/>
                    <a:pt x="1377" y="186"/>
                    <a:pt x="1377" y="160"/>
                  </a:cubicBezTo>
                  <a:cubicBezTo>
                    <a:pt x="1377" y="107"/>
                    <a:pt x="1324" y="54"/>
                    <a:pt x="1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46"/>
            <p:cNvSpPr/>
            <p:nvPr/>
          </p:nvSpPr>
          <p:spPr>
            <a:xfrm>
              <a:off x="7973308" y="3362420"/>
              <a:ext cx="280287" cy="79645"/>
            </a:xfrm>
            <a:custGeom>
              <a:avLst/>
              <a:gdLst/>
              <a:ahLst/>
              <a:cxnLst/>
              <a:rect l="l" t="t" r="r" b="b"/>
              <a:pathLst>
                <a:path w="7876" h="2238" extrusionOk="0">
                  <a:moveTo>
                    <a:pt x="7876" y="0"/>
                  </a:moveTo>
                  <a:cubicBezTo>
                    <a:pt x="7875" y="0"/>
                    <a:pt x="2555" y="742"/>
                    <a:pt x="1827" y="993"/>
                  </a:cubicBezTo>
                  <a:cubicBezTo>
                    <a:pt x="1086" y="1244"/>
                    <a:pt x="1" y="1390"/>
                    <a:pt x="1" y="1641"/>
                  </a:cubicBezTo>
                  <a:cubicBezTo>
                    <a:pt x="1" y="1880"/>
                    <a:pt x="1523" y="2237"/>
                    <a:pt x="1523" y="2237"/>
                  </a:cubicBezTo>
                  <a:cubicBezTo>
                    <a:pt x="1523" y="2237"/>
                    <a:pt x="689" y="1536"/>
                    <a:pt x="2317" y="1152"/>
                  </a:cubicBezTo>
                  <a:cubicBezTo>
                    <a:pt x="3958" y="781"/>
                    <a:pt x="7399" y="649"/>
                    <a:pt x="78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6"/>
            <p:cNvSpPr/>
            <p:nvPr/>
          </p:nvSpPr>
          <p:spPr>
            <a:xfrm>
              <a:off x="7603092" y="3352527"/>
              <a:ext cx="51388" cy="78221"/>
            </a:xfrm>
            <a:custGeom>
              <a:avLst/>
              <a:gdLst/>
              <a:ahLst/>
              <a:cxnLst/>
              <a:rect l="l" t="t" r="r" b="b"/>
              <a:pathLst>
                <a:path w="1444" h="2198" extrusionOk="0">
                  <a:moveTo>
                    <a:pt x="265" y="0"/>
                  </a:moveTo>
                  <a:cubicBezTo>
                    <a:pt x="159" y="80"/>
                    <a:pt x="80" y="159"/>
                    <a:pt x="1" y="265"/>
                  </a:cubicBezTo>
                  <a:cubicBezTo>
                    <a:pt x="186" y="675"/>
                    <a:pt x="411" y="1033"/>
                    <a:pt x="609" y="1258"/>
                  </a:cubicBezTo>
                  <a:cubicBezTo>
                    <a:pt x="1006" y="1694"/>
                    <a:pt x="67" y="2197"/>
                    <a:pt x="67" y="2197"/>
                  </a:cubicBezTo>
                  <a:cubicBezTo>
                    <a:pt x="662" y="1999"/>
                    <a:pt x="1443" y="1350"/>
                    <a:pt x="1006" y="1072"/>
                  </a:cubicBezTo>
                  <a:cubicBezTo>
                    <a:pt x="808" y="940"/>
                    <a:pt x="530" y="464"/>
                    <a:pt x="2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6"/>
            <p:cNvSpPr/>
            <p:nvPr/>
          </p:nvSpPr>
          <p:spPr>
            <a:xfrm>
              <a:off x="7689285" y="3304484"/>
              <a:ext cx="415484" cy="59716"/>
            </a:xfrm>
            <a:custGeom>
              <a:avLst/>
              <a:gdLst/>
              <a:ahLst/>
              <a:cxnLst/>
              <a:rect l="l" t="t" r="r" b="b"/>
              <a:pathLst>
                <a:path w="11675" h="1678" extrusionOk="0">
                  <a:moveTo>
                    <a:pt x="940" y="0"/>
                  </a:moveTo>
                  <a:cubicBezTo>
                    <a:pt x="940" y="1"/>
                    <a:pt x="1" y="993"/>
                    <a:pt x="2012" y="1483"/>
                  </a:cubicBezTo>
                  <a:cubicBezTo>
                    <a:pt x="2585" y="1621"/>
                    <a:pt x="3322" y="1677"/>
                    <a:pt x="4111" y="1677"/>
                  </a:cubicBezTo>
                  <a:cubicBezTo>
                    <a:pt x="6112" y="1677"/>
                    <a:pt x="8451" y="1318"/>
                    <a:pt x="9305" y="1033"/>
                  </a:cubicBezTo>
                  <a:cubicBezTo>
                    <a:pt x="10496" y="636"/>
                    <a:pt x="11674" y="490"/>
                    <a:pt x="11674" y="490"/>
                  </a:cubicBezTo>
                  <a:cubicBezTo>
                    <a:pt x="11674" y="490"/>
                    <a:pt x="11141" y="301"/>
                    <a:pt x="10216" y="301"/>
                  </a:cubicBezTo>
                  <a:cubicBezTo>
                    <a:pt x="9712" y="301"/>
                    <a:pt x="9092" y="357"/>
                    <a:pt x="8379" y="530"/>
                  </a:cubicBezTo>
                  <a:cubicBezTo>
                    <a:pt x="7278" y="805"/>
                    <a:pt x="5216" y="1242"/>
                    <a:pt x="3541" y="1242"/>
                  </a:cubicBezTo>
                  <a:cubicBezTo>
                    <a:pt x="2153" y="1242"/>
                    <a:pt x="1030" y="942"/>
                    <a:pt x="940" y="0"/>
                  </a:cubicBezTo>
                  <a:close/>
                </a:path>
              </a:pathLst>
            </a:custGeom>
            <a:solidFill>
              <a:srgbClr val="FFFFFF">
                <a:alpha val="4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6"/>
            <p:cNvSpPr/>
            <p:nvPr/>
          </p:nvSpPr>
          <p:spPr>
            <a:xfrm>
              <a:off x="7540920" y="3485802"/>
              <a:ext cx="41495" cy="71638"/>
            </a:xfrm>
            <a:custGeom>
              <a:avLst/>
              <a:gdLst/>
              <a:ahLst/>
              <a:cxnLst/>
              <a:rect l="l" t="t" r="r" b="b"/>
              <a:pathLst>
                <a:path w="1166" h="2013" extrusionOk="0">
                  <a:moveTo>
                    <a:pt x="159" y="1"/>
                  </a:moveTo>
                  <a:cubicBezTo>
                    <a:pt x="146" y="133"/>
                    <a:pt x="133" y="252"/>
                    <a:pt x="106" y="385"/>
                  </a:cubicBezTo>
                  <a:cubicBezTo>
                    <a:pt x="40" y="888"/>
                    <a:pt x="14" y="1430"/>
                    <a:pt x="1" y="2013"/>
                  </a:cubicBezTo>
                  <a:cubicBezTo>
                    <a:pt x="239" y="1854"/>
                    <a:pt x="503" y="1682"/>
                    <a:pt x="742" y="1483"/>
                  </a:cubicBezTo>
                  <a:cubicBezTo>
                    <a:pt x="993" y="1258"/>
                    <a:pt x="1165" y="1033"/>
                    <a:pt x="1165" y="822"/>
                  </a:cubicBezTo>
                  <a:cubicBezTo>
                    <a:pt x="1165" y="385"/>
                    <a:pt x="570" y="133"/>
                    <a:pt x="1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6"/>
            <p:cNvSpPr/>
            <p:nvPr/>
          </p:nvSpPr>
          <p:spPr>
            <a:xfrm>
              <a:off x="8488687" y="3205088"/>
              <a:ext cx="147830" cy="77759"/>
            </a:xfrm>
            <a:custGeom>
              <a:avLst/>
              <a:gdLst/>
              <a:ahLst/>
              <a:cxnLst/>
              <a:rect l="l" t="t" r="r" b="b"/>
              <a:pathLst>
                <a:path w="4154" h="2185" extrusionOk="0">
                  <a:moveTo>
                    <a:pt x="1675" y="0"/>
                  </a:moveTo>
                  <a:cubicBezTo>
                    <a:pt x="629" y="0"/>
                    <a:pt x="0" y="186"/>
                    <a:pt x="64" y="583"/>
                  </a:cubicBezTo>
                  <a:cubicBezTo>
                    <a:pt x="64" y="583"/>
                    <a:pt x="527" y="1735"/>
                    <a:pt x="898" y="1999"/>
                  </a:cubicBezTo>
                  <a:cubicBezTo>
                    <a:pt x="1063" y="2121"/>
                    <a:pt x="1599" y="2184"/>
                    <a:pt x="2160" y="2184"/>
                  </a:cubicBezTo>
                  <a:cubicBezTo>
                    <a:pt x="2816" y="2184"/>
                    <a:pt x="3506" y="2098"/>
                    <a:pt x="3677" y="1920"/>
                  </a:cubicBezTo>
                  <a:cubicBezTo>
                    <a:pt x="3982" y="1602"/>
                    <a:pt x="4154" y="1139"/>
                    <a:pt x="3889" y="663"/>
                  </a:cubicBezTo>
                  <a:cubicBezTo>
                    <a:pt x="3624" y="173"/>
                    <a:pt x="2910" y="14"/>
                    <a:pt x="1785" y="1"/>
                  </a:cubicBezTo>
                  <a:cubicBezTo>
                    <a:pt x="1748" y="0"/>
                    <a:pt x="1711" y="0"/>
                    <a:pt x="16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6"/>
            <p:cNvSpPr/>
            <p:nvPr/>
          </p:nvSpPr>
          <p:spPr>
            <a:xfrm>
              <a:off x="8497904" y="3209857"/>
              <a:ext cx="84912" cy="40499"/>
            </a:xfrm>
            <a:custGeom>
              <a:avLst/>
              <a:gdLst/>
              <a:ahLst/>
              <a:cxnLst/>
              <a:rect l="l" t="t" r="r" b="b"/>
              <a:pathLst>
                <a:path w="2386" h="1138" extrusionOk="0">
                  <a:moveTo>
                    <a:pt x="996" y="0"/>
                  </a:moveTo>
                  <a:cubicBezTo>
                    <a:pt x="422" y="0"/>
                    <a:pt x="0" y="233"/>
                    <a:pt x="520" y="1137"/>
                  </a:cubicBezTo>
                  <a:cubicBezTo>
                    <a:pt x="520" y="1137"/>
                    <a:pt x="242" y="502"/>
                    <a:pt x="970" y="370"/>
                  </a:cubicBezTo>
                  <a:cubicBezTo>
                    <a:pt x="1565" y="272"/>
                    <a:pt x="2134" y="263"/>
                    <a:pt x="2322" y="263"/>
                  </a:cubicBezTo>
                  <a:cubicBezTo>
                    <a:pt x="2363" y="263"/>
                    <a:pt x="2386" y="264"/>
                    <a:pt x="2386" y="264"/>
                  </a:cubicBezTo>
                  <a:cubicBezTo>
                    <a:pt x="2386" y="264"/>
                    <a:pt x="1605" y="0"/>
                    <a:pt x="996" y="0"/>
                  </a:cubicBezTo>
                  <a:close/>
                </a:path>
              </a:pathLst>
            </a:custGeom>
            <a:solidFill>
              <a:srgbClr val="FFFFFF">
                <a:alpha val="4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6"/>
            <p:cNvSpPr/>
            <p:nvPr/>
          </p:nvSpPr>
          <p:spPr>
            <a:xfrm>
              <a:off x="8028433" y="3522920"/>
              <a:ext cx="155802" cy="105695"/>
            </a:xfrm>
            <a:custGeom>
              <a:avLst/>
              <a:gdLst/>
              <a:ahLst/>
              <a:cxnLst/>
              <a:rect l="l" t="t" r="r" b="b"/>
              <a:pathLst>
                <a:path w="4378" h="2970" extrusionOk="0">
                  <a:moveTo>
                    <a:pt x="1922" y="0"/>
                  </a:moveTo>
                  <a:cubicBezTo>
                    <a:pt x="1803" y="0"/>
                    <a:pt x="1641" y="4"/>
                    <a:pt x="1469" y="17"/>
                  </a:cubicBezTo>
                  <a:cubicBezTo>
                    <a:pt x="993" y="70"/>
                    <a:pt x="397" y="176"/>
                    <a:pt x="304" y="440"/>
                  </a:cubicBezTo>
                  <a:cubicBezTo>
                    <a:pt x="0" y="1380"/>
                    <a:pt x="3600" y="2915"/>
                    <a:pt x="4063" y="2968"/>
                  </a:cubicBezTo>
                  <a:cubicBezTo>
                    <a:pt x="4074" y="2969"/>
                    <a:pt x="4083" y="2970"/>
                    <a:pt x="4093" y="2970"/>
                  </a:cubicBezTo>
                  <a:cubicBezTo>
                    <a:pt x="4368" y="2970"/>
                    <a:pt x="4377" y="2606"/>
                    <a:pt x="4275" y="2095"/>
                  </a:cubicBezTo>
                  <a:cubicBezTo>
                    <a:pt x="4209" y="1777"/>
                    <a:pt x="4103" y="1433"/>
                    <a:pt x="3971" y="1076"/>
                  </a:cubicBezTo>
                  <a:cubicBezTo>
                    <a:pt x="3600" y="136"/>
                    <a:pt x="2118" y="4"/>
                    <a:pt x="2118" y="4"/>
                  </a:cubicBezTo>
                  <a:cubicBezTo>
                    <a:pt x="2118" y="4"/>
                    <a:pt x="2042" y="0"/>
                    <a:pt x="19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6"/>
            <p:cNvSpPr/>
            <p:nvPr/>
          </p:nvSpPr>
          <p:spPr>
            <a:xfrm>
              <a:off x="8080712" y="3523489"/>
              <a:ext cx="99396" cy="75090"/>
            </a:xfrm>
            <a:custGeom>
              <a:avLst/>
              <a:gdLst/>
              <a:ahLst/>
              <a:cxnLst/>
              <a:rect l="l" t="t" r="r" b="b"/>
              <a:pathLst>
                <a:path w="2793" h="2110" extrusionOk="0">
                  <a:moveTo>
                    <a:pt x="649" y="1"/>
                  </a:moveTo>
                  <a:cubicBezTo>
                    <a:pt x="649" y="1"/>
                    <a:pt x="344" y="1"/>
                    <a:pt x="0" y="27"/>
                  </a:cubicBezTo>
                  <a:lnTo>
                    <a:pt x="0" y="67"/>
                  </a:lnTo>
                  <a:cubicBezTo>
                    <a:pt x="66" y="464"/>
                    <a:pt x="344" y="821"/>
                    <a:pt x="622" y="1126"/>
                  </a:cubicBezTo>
                  <a:cubicBezTo>
                    <a:pt x="887" y="1430"/>
                    <a:pt x="1191" y="1695"/>
                    <a:pt x="1549" y="1893"/>
                  </a:cubicBezTo>
                  <a:cubicBezTo>
                    <a:pt x="1847" y="2038"/>
                    <a:pt x="2170" y="2110"/>
                    <a:pt x="2504" y="2110"/>
                  </a:cubicBezTo>
                  <a:cubicBezTo>
                    <a:pt x="2599" y="2110"/>
                    <a:pt x="2696" y="2104"/>
                    <a:pt x="2793" y="2092"/>
                  </a:cubicBezTo>
                  <a:cubicBezTo>
                    <a:pt x="2727" y="1774"/>
                    <a:pt x="2634" y="1417"/>
                    <a:pt x="2502" y="1086"/>
                  </a:cubicBezTo>
                  <a:cubicBezTo>
                    <a:pt x="2131" y="133"/>
                    <a:pt x="649" y="1"/>
                    <a:pt x="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6"/>
            <p:cNvSpPr/>
            <p:nvPr/>
          </p:nvSpPr>
          <p:spPr>
            <a:xfrm>
              <a:off x="7545618" y="3485802"/>
              <a:ext cx="37260" cy="52812"/>
            </a:xfrm>
            <a:custGeom>
              <a:avLst/>
              <a:gdLst/>
              <a:ahLst/>
              <a:cxnLst/>
              <a:rect l="l" t="t" r="r" b="b"/>
              <a:pathLst>
                <a:path w="1047" h="1484" extrusionOk="0">
                  <a:moveTo>
                    <a:pt x="41" y="1"/>
                  </a:moveTo>
                  <a:cubicBezTo>
                    <a:pt x="27" y="120"/>
                    <a:pt x="14" y="252"/>
                    <a:pt x="1" y="385"/>
                  </a:cubicBezTo>
                  <a:cubicBezTo>
                    <a:pt x="14" y="385"/>
                    <a:pt x="14" y="398"/>
                    <a:pt x="27" y="424"/>
                  </a:cubicBezTo>
                  <a:cubicBezTo>
                    <a:pt x="146" y="530"/>
                    <a:pt x="226" y="663"/>
                    <a:pt x="292" y="795"/>
                  </a:cubicBezTo>
                  <a:cubicBezTo>
                    <a:pt x="385" y="1033"/>
                    <a:pt x="451" y="1285"/>
                    <a:pt x="623" y="1483"/>
                  </a:cubicBezTo>
                  <a:cubicBezTo>
                    <a:pt x="874" y="1258"/>
                    <a:pt x="1046" y="1033"/>
                    <a:pt x="1046" y="822"/>
                  </a:cubicBezTo>
                  <a:cubicBezTo>
                    <a:pt x="1033" y="385"/>
                    <a:pt x="438" y="133"/>
                    <a:pt x="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3" name="Google Shape;1313;p46"/>
          <p:cNvSpPr/>
          <p:nvPr/>
        </p:nvSpPr>
        <p:spPr>
          <a:xfrm>
            <a:off x="5375444" y="1440968"/>
            <a:ext cx="1822701" cy="307804"/>
          </a:xfrm>
          <a:custGeom>
            <a:avLst/>
            <a:gdLst/>
            <a:ahLst/>
            <a:cxnLst/>
            <a:rect l="l" t="t" r="r" b="b"/>
            <a:pathLst>
              <a:path w="21637" h="3654" extrusionOk="0">
                <a:moveTo>
                  <a:pt x="10155" y="1"/>
                </a:moveTo>
                <a:cubicBezTo>
                  <a:pt x="10110" y="1"/>
                  <a:pt x="10065" y="2"/>
                  <a:pt x="10020" y="3"/>
                </a:cubicBezTo>
                <a:cubicBezTo>
                  <a:pt x="8233" y="69"/>
                  <a:pt x="6499" y="1062"/>
                  <a:pt x="5573" y="1697"/>
                </a:cubicBezTo>
                <a:cubicBezTo>
                  <a:pt x="5123" y="2015"/>
                  <a:pt x="4580" y="2174"/>
                  <a:pt x="4024" y="2187"/>
                </a:cubicBezTo>
                <a:cubicBezTo>
                  <a:pt x="3667" y="2187"/>
                  <a:pt x="3230" y="2213"/>
                  <a:pt x="2648" y="2240"/>
                </a:cubicBezTo>
                <a:cubicBezTo>
                  <a:pt x="1086" y="2346"/>
                  <a:pt x="1" y="3577"/>
                  <a:pt x="1" y="3577"/>
                </a:cubicBezTo>
                <a:cubicBezTo>
                  <a:pt x="1" y="3577"/>
                  <a:pt x="9648" y="3653"/>
                  <a:pt x="16048" y="3653"/>
                </a:cubicBezTo>
                <a:cubicBezTo>
                  <a:pt x="19248" y="3653"/>
                  <a:pt x="21636" y="3634"/>
                  <a:pt x="21601" y="3577"/>
                </a:cubicBezTo>
                <a:cubicBezTo>
                  <a:pt x="21045" y="2716"/>
                  <a:pt x="20145" y="2041"/>
                  <a:pt x="18808" y="2041"/>
                </a:cubicBezTo>
                <a:cubicBezTo>
                  <a:pt x="17557" y="2041"/>
                  <a:pt x="17315" y="2633"/>
                  <a:pt x="16258" y="2633"/>
                </a:cubicBezTo>
                <a:cubicBezTo>
                  <a:pt x="16186" y="2633"/>
                  <a:pt x="16110" y="2630"/>
                  <a:pt x="16029" y="2624"/>
                </a:cubicBezTo>
                <a:cubicBezTo>
                  <a:pt x="14780" y="2546"/>
                  <a:pt x="12714" y="1"/>
                  <a:pt x="10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46"/>
          <p:cNvSpPr/>
          <p:nvPr/>
        </p:nvSpPr>
        <p:spPr>
          <a:xfrm>
            <a:off x="6986811" y="713053"/>
            <a:ext cx="1443958" cy="343942"/>
          </a:xfrm>
          <a:custGeom>
            <a:avLst/>
            <a:gdLst/>
            <a:ahLst/>
            <a:cxnLst/>
            <a:rect l="l" t="t" r="r" b="b"/>
            <a:pathLst>
              <a:path w="17141" h="4083" extrusionOk="0">
                <a:moveTo>
                  <a:pt x="7584" y="1"/>
                </a:moveTo>
                <a:cubicBezTo>
                  <a:pt x="7516" y="1"/>
                  <a:pt x="7445" y="3"/>
                  <a:pt x="7373" y="6"/>
                </a:cubicBezTo>
                <a:cubicBezTo>
                  <a:pt x="4673" y="139"/>
                  <a:pt x="3773" y="2826"/>
                  <a:pt x="3217" y="3104"/>
                </a:cubicBezTo>
                <a:cubicBezTo>
                  <a:pt x="2991" y="3214"/>
                  <a:pt x="2797" y="3247"/>
                  <a:pt x="2593" y="3247"/>
                </a:cubicBezTo>
                <a:cubicBezTo>
                  <a:pt x="2283" y="3247"/>
                  <a:pt x="1952" y="3170"/>
                  <a:pt x="1456" y="3170"/>
                </a:cubicBezTo>
                <a:cubicBezTo>
                  <a:pt x="649" y="3170"/>
                  <a:pt x="0" y="4083"/>
                  <a:pt x="0" y="4083"/>
                </a:cubicBezTo>
                <a:lnTo>
                  <a:pt x="17140" y="4083"/>
                </a:lnTo>
                <a:cubicBezTo>
                  <a:pt x="17140" y="4083"/>
                  <a:pt x="16227" y="2045"/>
                  <a:pt x="14559" y="1912"/>
                </a:cubicBezTo>
                <a:cubicBezTo>
                  <a:pt x="14466" y="1905"/>
                  <a:pt x="14378" y="1901"/>
                  <a:pt x="14294" y="1901"/>
                </a:cubicBezTo>
                <a:cubicBezTo>
                  <a:pt x="13000" y="1901"/>
                  <a:pt x="12705" y="2720"/>
                  <a:pt x="11688" y="2720"/>
                </a:cubicBezTo>
                <a:cubicBezTo>
                  <a:pt x="11585" y="2720"/>
                  <a:pt x="11475" y="2712"/>
                  <a:pt x="11356" y="2693"/>
                </a:cubicBezTo>
                <a:cubicBezTo>
                  <a:pt x="10017" y="2487"/>
                  <a:pt x="10056" y="1"/>
                  <a:pt x="75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46"/>
          <p:cNvSpPr/>
          <p:nvPr/>
        </p:nvSpPr>
        <p:spPr>
          <a:xfrm>
            <a:off x="6296625" y="900600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46"/>
          <p:cNvSpPr/>
          <p:nvPr/>
        </p:nvSpPr>
        <p:spPr>
          <a:xfrm>
            <a:off x="8160868" y="1621917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46"/>
          <p:cNvSpPr/>
          <p:nvPr/>
        </p:nvSpPr>
        <p:spPr>
          <a:xfrm>
            <a:off x="5164400" y="2369650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ntal Car Company Profile by Slidesgo">
  <a:themeElements>
    <a:clrScheme name="Simple Light">
      <a:dk1>
        <a:srgbClr val="000000"/>
      </a:dk1>
      <a:lt1>
        <a:srgbClr val="E4F0F4"/>
      </a:lt1>
      <a:dk2>
        <a:srgbClr val="F9AA0D"/>
      </a:dk2>
      <a:lt2>
        <a:srgbClr val="C45F05"/>
      </a:lt2>
      <a:accent1>
        <a:srgbClr val="3C997A"/>
      </a:accent1>
      <a:accent2>
        <a:srgbClr val="A1D1C3"/>
      </a:accent2>
      <a:accent3>
        <a:srgbClr val="756A6C"/>
      </a:accent3>
      <a:accent4>
        <a:srgbClr val="A8C1CC"/>
      </a:accent4>
      <a:accent5>
        <a:srgbClr val="93878A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no Ecrã (16:9)</PresentationFormat>
  <Slides>12</Slides>
  <Notes>10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3" baseType="lpstr">
      <vt:lpstr>Rental Car Company Profile by Slidesgo</vt:lpstr>
      <vt:lpstr>MineForNow</vt:lpstr>
      <vt:lpstr>Conteúdo </vt:lpstr>
      <vt:lpstr>Equipa de Trabalho</vt:lpstr>
      <vt:lpstr>Conceito de Produto</vt:lpstr>
      <vt:lpstr>Utilizadores</vt:lpstr>
      <vt:lpstr>Arquitetura</vt:lpstr>
      <vt:lpstr>Domain Model</vt:lpstr>
      <vt:lpstr>CI</vt:lpstr>
      <vt:lpstr>CD</vt:lpstr>
      <vt:lpstr>Estratégia de Testes (QA Strategy) </vt:lpstr>
      <vt:lpstr>Stack de Observabilidade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 Danny</dc:creator>
  <cp:revision>2</cp:revision>
  <dcterms:modified xsi:type="dcterms:W3CDTF">2025-12-19T08:19:51Z</dcterms:modified>
</cp:coreProperties>
</file>